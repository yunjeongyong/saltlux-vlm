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2" r:id="rId5"/>
  </p:sldMasterIdLst>
  <p:notesMasterIdLst>
    <p:notesMasterId r:id="rId15"/>
  </p:notesMasterIdLst>
  <p:sldIdLst>
    <p:sldId id="2141412216" r:id="rId6"/>
    <p:sldId id="2141412230" r:id="rId7"/>
    <p:sldId id="2141412238" r:id="rId8"/>
    <p:sldId id="2141412223" r:id="rId9"/>
    <p:sldId id="2141412239" r:id="rId10"/>
    <p:sldId id="2141412235" r:id="rId11"/>
    <p:sldId id="2141412240" r:id="rId12"/>
    <p:sldId id="2141412236" r:id="rId13"/>
    <p:sldId id="2141412237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ED5"/>
    <a:srgbClr val="1A2429"/>
    <a:srgbClr val="2F7D8C"/>
    <a:srgbClr val="3A99AC"/>
    <a:srgbClr val="00369B"/>
    <a:srgbClr val="18213C"/>
    <a:srgbClr val="258BF1"/>
    <a:srgbClr val="EAF5FF"/>
    <a:srgbClr val="D74142"/>
    <a:srgbClr val="C9B7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92CB39-4506-4F52-B3B8-2C7CCF1D84B8}" v="14" dt="2026-08-27T21:28:00.7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강한빛" userId="de9e65cc-e833-480e-8a8e-48307b4cba49" providerId="ADAL" clId="{66FA5B03-8582-42E7-8939-BB74D0B41E5F}"/>
    <pc:docChg chg="undo custSel modSld">
      <pc:chgData name="강한빛" userId="de9e65cc-e833-480e-8a8e-48307b4cba49" providerId="ADAL" clId="{66FA5B03-8582-42E7-8939-BB74D0B41E5F}" dt="2026-08-27T21:28:05.046" v="56" actId="113"/>
      <pc:docMkLst>
        <pc:docMk/>
      </pc:docMkLst>
      <pc:sldChg chg="modSp mod">
        <pc:chgData name="강한빛" userId="de9e65cc-e833-480e-8a8e-48307b4cba49" providerId="ADAL" clId="{66FA5B03-8582-42E7-8939-BB74D0B41E5F}" dt="2026-08-27T21:28:05.046" v="56" actId="113"/>
        <pc:sldMkLst>
          <pc:docMk/>
          <pc:sldMk cId="1247844100" sldId="2141412230"/>
        </pc:sldMkLst>
        <pc:graphicFrameChg chg="mod modGraphic">
          <ac:chgData name="강한빛" userId="de9e65cc-e833-480e-8a8e-48307b4cba49" providerId="ADAL" clId="{66FA5B03-8582-42E7-8939-BB74D0B41E5F}" dt="2026-08-27T21:28:05.046" v="56" actId="113"/>
          <ac:graphicFrameMkLst>
            <pc:docMk/>
            <pc:sldMk cId="1247844100" sldId="2141412230"/>
            <ac:graphicFrameMk id="3" creationId="{1DE739CD-381D-5951-5DD3-9CC26FAB050C}"/>
          </ac:graphicFrameMkLst>
        </pc:graphicFrameChg>
        <pc:graphicFrameChg chg="mod">
          <ac:chgData name="강한빛" userId="de9e65cc-e833-480e-8a8e-48307b4cba49" providerId="ADAL" clId="{66FA5B03-8582-42E7-8939-BB74D0B41E5F}" dt="2026-08-27T21:27:34.416" v="27"/>
          <ac:graphicFrameMkLst>
            <pc:docMk/>
            <pc:sldMk cId="1247844100" sldId="2141412230"/>
            <ac:graphicFrameMk id="6" creationId="{DA10AECB-9208-0B94-40E6-545525AF124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1511C-6041-0B40-862E-1AE1328DBA21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4149A8-C695-8049-9412-A67B3A3FD54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465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152F5-E481-BEB2-622F-DCCFF6B25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34BBD6-F727-565D-D6CC-2D2009D84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7008C2-5B8C-6B78-6E92-4883A8DB5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07BE38-2655-E11D-AB81-7EC0D55852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F4203-BD0B-664B-96F0-DAC4CF0F7BEB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21962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0DEBF-AE69-BEFF-D4C4-4081D798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5BE42E-D1FC-1F4F-9291-A914B0640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4F04AF-6C0A-24E1-A4A7-4407BD3C0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receipt22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1145CE-274B-542B-F27C-6F5F829E6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F4203-BD0B-664B-96F0-DAC4CF0F7BEB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76630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24C1F-8D1F-AE59-1014-E084416B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9DCBAF-6672-3D52-662E-CE37AFD9F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9C0A0F-E99F-EA36-4654-3D3CB2780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receipt22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CA8477-651C-FF5C-998C-573E403C7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F4203-BD0B-664B-96F0-DAC4CF0F7BEB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24579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7989A-50AA-A2CE-CE22-CD1CA6BF8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591482-E2C8-A607-0D8A-260B82D53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735F9B-07A7-74FC-4DE8-7F6B137B1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receipt09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5D9F1F-5A84-C135-9AA0-B758C325C1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F4203-BD0B-664B-96F0-DAC4CF0F7BEB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36511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9017F-3BC6-EA47-1C4F-56CB5D75F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193238-1140-6E3D-78B2-C3A80B14D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78E817-EB8A-A681-97BD-83BAEC039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receipt09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0CA428-6857-539A-30E6-4AA6EFC53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F4203-BD0B-664B-96F0-DAC4CF0F7BEB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39811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5C88C-605E-EF84-A5BE-703CA466A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9D3408-1BC8-ED51-FB35-102CB88E6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094C00-0AEA-76AC-5B3B-1A64566C2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receipt13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D1052D-390D-BDC5-8D7F-E12F6173D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F4203-BD0B-664B-96F0-DAC4CF0F7BEB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401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DDDCD-5A8D-BB59-27A4-F61399CB6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0F98EA-B7BE-4192-CE73-8A458CE36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E22553-B234-9E7A-4A6B-B370C50FB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receipt13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0A1E1C-1167-CDE1-21B0-62B286BAC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F4203-BD0B-664B-96F0-DAC4CF0F7BEB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74983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A1A80-1E30-EC15-10F7-0F0A9D2A6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044B38-186D-7868-4ED6-27B6ACB8A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48B326-5CDB-8002-D504-82C2CDDB3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9E06CD-C9BD-6220-C3B7-B7C542B62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F4203-BD0B-664B-96F0-DAC4CF0F7BEB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3666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0ABDDC-5F4E-6AD7-4D01-AF67C7703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60BADE-77D3-91ED-6D2D-49C5791A7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936AD0-19AE-EC55-B16B-1FA4D0CF8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7B5249-6DFB-88D8-AE2D-1BF5D0974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6F83F6-B039-C903-1907-307D6226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66305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57EB58-D396-3D84-E735-81B5A7AB4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9B15F1-87D0-16BB-384F-2258E1085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491F2D-864E-B014-43BC-06DDB1C0B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539C4-27F6-E999-4358-4A44B4B52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FCAA68-3D3B-979B-25A0-FC47A3911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44831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5D4729-2637-E4A2-5432-B98789ADF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1F906E-22B1-54A0-8BAE-B3AA1FCED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A3D98E-8083-51F8-FD5C-DCA90EDC3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797147-DFA2-C8E7-2214-6800734A8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0D474A-6AE0-68C9-6524-B2A345712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8039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96E6A-DA11-BE70-8ADD-E5BB40241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C68EF6-422E-8000-3254-06E0AC6049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CE9ACC-AE0D-59D7-F8F6-18A9D7EA5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3A9384-1456-D311-3F11-E71FE340B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5892CF-4BD4-E877-E632-8185A0DB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980F4B-DDF7-2193-91C0-8FE77DA6E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63335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483331-45FB-3F5F-7BC4-6B2F25E1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076A23-D852-E9DF-296E-BFEAD04FD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350551-E2F7-3943-98DB-6ED69C4CA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49CB16-1512-F0A9-472A-69F528EBA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2389D27-2F33-F3E3-50C9-6D0544453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BE30872-844E-9088-D35A-C6F4DB942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CF3725C-99E3-EA41-987D-70A78006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CB4866-6F5C-4A4F-D9FF-452827D22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55458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8D661-5E6A-E580-A9DD-08C99D1D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065EF8-6C21-4739-9D8C-E9143F87B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0BF2BF-9F27-ADF1-6E70-29A7CE369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143BFE3-48B2-6DC8-43FC-405B9134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3558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CB7D20-C5ED-432F-5C8D-0966A48EC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B419D33-A580-C95E-3CA9-8C4B6F3A9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1FFDAA-CF37-84A7-56D6-AE0908BB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17155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C928CE-C34A-8DB9-50A9-591695703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2563B-BF3A-5FF6-BB9F-4C76379FF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F331FF-EE1C-B829-04FF-8762F8B28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B41A2A-B736-212C-BD15-EB1CAECFB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B111BD-F130-BE1E-5BC5-46027DE0D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AB1DE9-5F34-C6EE-B2CB-68AC0B902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21659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2C9358-76F1-A2FC-0929-329150619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75CED87-FCA2-D55F-5ACA-4DE66ACC55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18F854-415B-93B6-0133-82FA38D98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3D4634-CF25-600C-4F31-B263ABB5B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A0D8E2-ED8E-C990-DA82-AA06FBE0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8663BD-6624-2064-EC00-569EC3F0F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05389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15486-A734-213A-9F4C-79BF19A38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C17769-D162-B21C-4562-CEA5E55EB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556D72-8DFA-CACF-FFC9-C85864D64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B89DE8-6113-F71D-6DF5-F94AB0F5D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31944-69C3-1508-C4D6-7052DA8D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197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7793991-19B5-36A8-1398-2E09717E76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659E5F-BBE4-DDDC-4A4D-31A8E6135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AA5D0E-F8AD-4D5C-030F-D1133ADF4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960FC8-E47F-9B96-8762-9EC0A5738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926F5C-1379-1667-4706-4F7AEE0B4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3410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726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0551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3717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4515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771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44349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9481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68041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2980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208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066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섹션-솔트룩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1B0AEDD-C46E-B1F0-9B26-ADFAA8FD21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1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-W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84F8D70-A5E3-EA72-1672-0A2D66337DC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42E405C-96AD-3FD1-3524-1B03D7DA0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8" name="자유형 7">
              <a:extLst>
                <a:ext uri="{FF2B5EF4-FFF2-40B4-BE49-F238E27FC236}">
                  <a16:creationId xmlns:a16="http://schemas.microsoft.com/office/drawing/2014/main" id="{903A320D-BB2A-50A1-048E-D047F42A4CD5}"/>
                </a:ext>
              </a:extLst>
            </p:cNvPr>
            <p:cNvSpPr>
              <a:spLocks/>
            </p:cNvSpPr>
            <p:nvPr/>
          </p:nvSpPr>
          <p:spPr bwMode="auto">
            <a:xfrm rot="10800000" flipV="1">
              <a:off x="0" y="1"/>
              <a:ext cx="12192000" cy="347222"/>
            </a:xfrm>
            <a:custGeom>
              <a:avLst/>
              <a:gdLst>
                <a:gd name="connsiteX0" fmla="*/ 12192000 w 12192000"/>
                <a:gd name="connsiteY0" fmla="*/ 0 h 347222"/>
                <a:gd name="connsiteX1" fmla="*/ 0 w 12192000"/>
                <a:gd name="connsiteY1" fmla="*/ 0 h 347222"/>
                <a:gd name="connsiteX2" fmla="*/ 0 w 12192000"/>
                <a:gd name="connsiteY2" fmla="*/ 93306 h 347222"/>
                <a:gd name="connsiteX3" fmla="*/ 0 w 12192000"/>
                <a:gd name="connsiteY3" fmla="*/ 347222 h 347222"/>
                <a:gd name="connsiteX4" fmla="*/ 88199 w 12192000"/>
                <a:gd name="connsiteY4" fmla="*/ 347222 h 347222"/>
                <a:gd name="connsiteX5" fmla="*/ 130669 w 12192000"/>
                <a:gd name="connsiteY5" fmla="*/ 347222 h 347222"/>
                <a:gd name="connsiteX6" fmla="*/ 264296 w 12192000"/>
                <a:gd name="connsiteY6" fmla="*/ 347222 h 347222"/>
                <a:gd name="connsiteX7" fmla="*/ 336382 w 12192000"/>
                <a:gd name="connsiteY7" fmla="*/ 347222 h 347222"/>
                <a:gd name="connsiteX8" fmla="*/ 490971 w 12192000"/>
                <a:gd name="connsiteY8" fmla="*/ 347222 h 347222"/>
                <a:gd name="connsiteX9" fmla="*/ 541527 w 12192000"/>
                <a:gd name="connsiteY9" fmla="*/ 347222 h 347222"/>
                <a:gd name="connsiteX10" fmla="*/ 675991 w 12192000"/>
                <a:gd name="connsiteY10" fmla="*/ 347222 h 347222"/>
                <a:gd name="connsiteX11" fmla="*/ 744156 w 12192000"/>
                <a:gd name="connsiteY11" fmla="*/ 347222 h 347222"/>
                <a:gd name="connsiteX12" fmla="*/ 749861 w 12192000"/>
                <a:gd name="connsiteY12" fmla="*/ 347222 h 347222"/>
                <a:gd name="connsiteX13" fmla="*/ 753894 w 12192000"/>
                <a:gd name="connsiteY13" fmla="*/ 347222 h 347222"/>
                <a:gd name="connsiteX14" fmla="*/ 899139 w 12192000"/>
                <a:gd name="connsiteY14" fmla="*/ 347222 h 347222"/>
                <a:gd name="connsiteX15" fmla="*/ 1104192 w 12192000"/>
                <a:gd name="connsiteY15" fmla="*/ 347222 h 347222"/>
                <a:gd name="connsiteX16" fmla="*/ 1359538 w 12192000"/>
                <a:gd name="connsiteY16" fmla="*/ 275808 h 347222"/>
                <a:gd name="connsiteX17" fmla="*/ 1670936 w 12192000"/>
                <a:gd name="connsiteY17" fmla="*/ 93306 h 347222"/>
                <a:gd name="connsiteX18" fmla="*/ 12192000 w 12192000"/>
                <a:gd name="connsiteY18" fmla="*/ 93306 h 347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92000" h="347222">
                  <a:moveTo>
                    <a:pt x="12192000" y="0"/>
                  </a:moveTo>
                  <a:lnTo>
                    <a:pt x="0" y="0"/>
                  </a:lnTo>
                  <a:lnTo>
                    <a:pt x="0" y="93306"/>
                  </a:lnTo>
                  <a:lnTo>
                    <a:pt x="0" y="347222"/>
                  </a:lnTo>
                  <a:lnTo>
                    <a:pt x="88199" y="347222"/>
                  </a:lnTo>
                  <a:lnTo>
                    <a:pt x="130669" y="347222"/>
                  </a:lnTo>
                  <a:lnTo>
                    <a:pt x="264296" y="347222"/>
                  </a:lnTo>
                  <a:lnTo>
                    <a:pt x="336382" y="347222"/>
                  </a:lnTo>
                  <a:cubicBezTo>
                    <a:pt x="396027" y="347222"/>
                    <a:pt x="447150" y="347222"/>
                    <a:pt x="490971" y="347222"/>
                  </a:cubicBezTo>
                  <a:lnTo>
                    <a:pt x="541527" y="347222"/>
                  </a:lnTo>
                  <a:lnTo>
                    <a:pt x="675991" y="347222"/>
                  </a:lnTo>
                  <a:cubicBezTo>
                    <a:pt x="714942" y="347222"/>
                    <a:pt x="734418" y="347222"/>
                    <a:pt x="744156" y="347222"/>
                  </a:cubicBezTo>
                  <a:lnTo>
                    <a:pt x="749861" y="347222"/>
                  </a:lnTo>
                  <a:lnTo>
                    <a:pt x="753894" y="347222"/>
                  </a:lnTo>
                  <a:lnTo>
                    <a:pt x="899139" y="347222"/>
                  </a:lnTo>
                  <a:cubicBezTo>
                    <a:pt x="1104192" y="347222"/>
                    <a:pt x="1104192" y="347222"/>
                    <a:pt x="1104192" y="347222"/>
                  </a:cubicBezTo>
                  <a:cubicBezTo>
                    <a:pt x="1104192" y="347222"/>
                    <a:pt x="1280650" y="347222"/>
                    <a:pt x="1359538" y="275808"/>
                  </a:cubicBezTo>
                  <a:cubicBezTo>
                    <a:pt x="1438426" y="204395"/>
                    <a:pt x="1471641" y="93306"/>
                    <a:pt x="1670936" y="93306"/>
                  </a:cubicBezTo>
                  <a:lnTo>
                    <a:pt x="12192000" y="93306"/>
                  </a:lnTo>
                  <a:close/>
                </a:path>
              </a:pathLst>
            </a:custGeom>
            <a:gradFill>
              <a:gsLst>
                <a:gs pos="100000">
                  <a:srgbClr val="FFAD55"/>
                </a:gs>
                <a:gs pos="53000">
                  <a:srgbClr val="B5AFAB"/>
                </a:gs>
                <a:gs pos="0">
                  <a:srgbClr val="2690F9"/>
                </a:gs>
                <a:gs pos="8000">
                  <a:srgbClr val="6DB0FE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3938" tIns="36969" rIns="73938" bIns="3696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56">
                <a:solidFill>
                  <a:srgbClr val="0070C0"/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7B6F1CF-0071-31CA-41AC-77E3E9F48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100000"/>
              <a:alphaModFix amt="80000"/>
            </a:blip>
            <a:stretch>
              <a:fillRect/>
            </a:stretch>
          </p:blipFill>
          <p:spPr>
            <a:xfrm>
              <a:off x="11064548" y="102637"/>
              <a:ext cx="823307" cy="1407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563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섹션-디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5CB67D3-CD6A-3E6F-08E4-A6F3164002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8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섹션-구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E9F38DF-2013-E48A-E87C-32D96A143C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5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943D794-2FFC-ECE5-976B-3D5EB8FE30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1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섹션-법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E81734C-BCCC-4863-B2F1-D1E336CD05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79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섹션-국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2F9C780-70B8-9570-0EC8-AD854E076D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24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섹션-재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FB1B674-2834-3660-1A61-91BB6AA553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42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섹션-에너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BB22E3E-06BB-8BF0-823D-616263815D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877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섹션-공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949F93E-615C-A70B-ED20-04EB14C079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155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489F3FA-3146-63D6-9AC8-BA0323CC3C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9B1E5F-4C1E-55FE-737A-6D8707E936F5}"/>
              </a:ext>
            </a:extLst>
          </p:cNvPr>
          <p:cNvSpPr txBox="1"/>
          <p:nvPr userDrawn="1"/>
        </p:nvSpPr>
        <p:spPr>
          <a:xfrm>
            <a:off x="4188273" y="955655"/>
            <a:ext cx="3815468" cy="1124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ko-KR" altLang="en-US" sz="6000" b="1">
                <a:gradFill>
                  <a:gsLst>
                    <a:gs pos="0">
                      <a:srgbClr val="EBF8FF"/>
                    </a:gs>
                    <a:gs pos="100000">
                      <a:srgbClr val="6DB0FE"/>
                    </a:gs>
                  </a:gsLst>
                  <a:lin ang="0" scaled="0"/>
                </a:gradFill>
                <a:latin typeface="NEXON Lv1 Gothic OTF Bold" pitchFamily="2" charset="-128"/>
                <a:ea typeface="NEXON Lv1 Gothic OTF Bold" pitchFamily="2" charset="-128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46519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7567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24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88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AB84C0-238E-8803-5E3C-BBF1FF85E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160506-8A04-2881-184E-25E65A9DA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2FA6C7-7C08-CD0D-CB1C-E8D67C28A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52738-259F-41D4-40EB-2AD288526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F5A991-A7F3-9641-40DD-AB39B5016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4579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90605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29.jpg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F086B6-6A3A-7879-888C-F252DC182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457521E-45F2-A93F-01A2-4A84E6ED9EAF}"/>
              </a:ext>
            </a:extLst>
          </p:cNvPr>
          <p:cNvSpPr txBox="1"/>
          <p:nvPr/>
        </p:nvSpPr>
        <p:spPr>
          <a:xfrm>
            <a:off x="761999" y="1534989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AI </a:t>
            </a:r>
            <a:r>
              <a:rPr kumimoji="1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|</a:t>
            </a:r>
            <a:r>
              <a:rPr kumimoji="1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솔트룩스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35BDCF-A26D-3C64-3DCD-BB4B0DBA1774}"/>
              </a:ext>
            </a:extLst>
          </p:cNvPr>
          <p:cNvSpPr txBox="1"/>
          <p:nvPr/>
        </p:nvSpPr>
        <p:spPr>
          <a:xfrm>
            <a:off x="761998" y="1877889"/>
            <a:ext cx="838533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5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Document Studio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D6B625-9411-0E01-BCAE-74BC10B40BA6}"/>
              </a:ext>
            </a:extLst>
          </p:cNvPr>
          <p:cNvSpPr txBox="1"/>
          <p:nvPr/>
        </p:nvSpPr>
        <p:spPr>
          <a:xfrm>
            <a:off x="761999" y="3570424"/>
            <a:ext cx="408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VLM </a:t>
            </a:r>
            <a:r>
              <a: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모델 </a:t>
            </a:r>
            <a:r>
              <a:rPr kumimoji="1" lang="ko-KR" altLang="en-US" dirty="0">
                <a:solidFill>
                  <a:prstClr val="white">
                    <a:alpha val="80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파싱 결과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96FD05-D8D1-4B0B-B608-5D479E7CA421}"/>
              </a:ext>
            </a:extLst>
          </p:cNvPr>
          <p:cNvSpPr txBox="1"/>
          <p:nvPr/>
        </p:nvSpPr>
        <p:spPr>
          <a:xfrm>
            <a:off x="761998" y="4516761"/>
            <a:ext cx="51259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2026.08.27</a:t>
            </a:r>
            <a:endParaRPr kumimoji="1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20EFD16-5D2A-8984-BB80-E5B4BBC25B90}"/>
              </a:ext>
            </a:extLst>
          </p:cNvPr>
          <p:cNvSpPr/>
          <p:nvPr/>
        </p:nvSpPr>
        <p:spPr>
          <a:xfrm>
            <a:off x="0" y="5743575"/>
            <a:ext cx="12192000" cy="1114425"/>
          </a:xfrm>
          <a:prstGeom prst="rect">
            <a:avLst/>
          </a:prstGeom>
          <a:gradFill>
            <a:gsLst>
              <a:gs pos="59000">
                <a:schemeClr val="bg1">
                  <a:alpha val="36904"/>
                </a:schemeClr>
              </a:gs>
              <a:gs pos="0">
                <a:srgbClr val="4586DD">
                  <a:alpha val="0"/>
                </a:srgbClr>
              </a:gs>
            </a:gsLst>
            <a:lin ang="5400000" scaled="0"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4091C07-5BA7-C64D-A345-A3B9D6CA6F6C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0580889" y="6172624"/>
            <a:ext cx="1177810" cy="315371"/>
          </a:xfrm>
          <a:prstGeom prst="rect">
            <a:avLst/>
          </a:prstGeom>
        </p:spPr>
      </p:pic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376BCE4A-41E3-AFA5-FCAE-48311DB19C38}"/>
              </a:ext>
            </a:extLst>
          </p:cNvPr>
          <p:cNvCxnSpPr>
            <a:cxnSpLocks/>
          </p:cNvCxnSpPr>
          <p:nvPr/>
        </p:nvCxnSpPr>
        <p:spPr>
          <a:xfrm>
            <a:off x="10259751" y="6172624"/>
            <a:ext cx="0" cy="355401"/>
          </a:xfrm>
          <a:prstGeom prst="line">
            <a:avLst/>
          </a:prstGeom>
          <a:ln w="12700">
            <a:solidFill>
              <a:schemeClr val="bg1">
                <a:alpha val="38203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그림 26">
            <a:extLst>
              <a:ext uri="{FF2B5EF4-FFF2-40B4-BE49-F238E27FC236}">
                <a16:creationId xmlns:a16="http://schemas.microsoft.com/office/drawing/2014/main" id="{0EB0147F-31DB-94B3-CF97-6E151D374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937" y="6124827"/>
            <a:ext cx="1834788" cy="48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316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8204C-DFCA-95D3-F317-35DE201AA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5F9DF33-88C2-A226-CFE9-146F7CF769E3}"/>
              </a:ext>
            </a:extLst>
          </p:cNvPr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  <a:endParaRPr kumimoji="1" lang="en" altLang="ko-KR" sz="1200" dirty="0">
              <a:solidFill>
                <a:schemeClr val="bg2">
                  <a:lumMod val="50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5226BE-0130-9AB3-7502-6B40018BA81D}"/>
              </a:ext>
            </a:extLst>
          </p:cNvPr>
          <p:cNvSpPr txBox="1"/>
          <p:nvPr/>
        </p:nvSpPr>
        <p:spPr>
          <a:xfrm>
            <a:off x="553951" y="757240"/>
            <a:ext cx="8385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3200" b="1" i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VLM </a:t>
            </a:r>
            <a:r>
              <a:rPr kumimoji="1" lang="ko-KR" altLang="en-US" sz="3200" b="1" i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모델 평가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155B7F-EC22-9DB0-678A-FAE0B3743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A10AECB-9208-0B94-40E6-545525AF1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124129"/>
              </p:ext>
            </p:extLst>
          </p:nvPr>
        </p:nvGraphicFramePr>
        <p:xfrm>
          <a:off x="2708766" y="3395526"/>
          <a:ext cx="6792716" cy="3038493"/>
        </p:xfrm>
        <a:graphic>
          <a:graphicData uri="http://schemas.openxmlformats.org/drawingml/2006/table">
            <a:tbl>
              <a:tblPr/>
              <a:tblGrid>
                <a:gridCol w="2166638">
                  <a:extLst>
                    <a:ext uri="{9D8B030D-6E8A-4147-A177-3AD203B41FA5}">
                      <a16:colId xmlns:a16="http://schemas.microsoft.com/office/drawing/2014/main" val="1441395608"/>
                    </a:ext>
                  </a:extLst>
                </a:gridCol>
                <a:gridCol w="1542026">
                  <a:extLst>
                    <a:ext uri="{9D8B030D-6E8A-4147-A177-3AD203B41FA5}">
                      <a16:colId xmlns:a16="http://schemas.microsoft.com/office/drawing/2014/main" val="1335412292"/>
                    </a:ext>
                  </a:extLst>
                </a:gridCol>
                <a:gridCol w="1542026">
                  <a:extLst>
                    <a:ext uri="{9D8B030D-6E8A-4147-A177-3AD203B41FA5}">
                      <a16:colId xmlns:a16="http://schemas.microsoft.com/office/drawing/2014/main" val="3232903863"/>
                    </a:ext>
                  </a:extLst>
                </a:gridCol>
                <a:gridCol w="1542026">
                  <a:extLst>
                    <a:ext uri="{9D8B030D-6E8A-4147-A177-3AD203B41FA5}">
                      <a16:colId xmlns:a16="http://schemas.microsoft.com/office/drawing/2014/main" val="2713096546"/>
                    </a:ext>
                  </a:extLst>
                </a:gridCol>
              </a:tblGrid>
              <a:tr h="415338">
                <a:tc rowSpan="2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ko-KR" altLang="en-US" sz="1600" b="1" i="0" baseline="0" dirty="0">
                          <a:solidFill>
                            <a:srgbClr val="1A2429"/>
                          </a:solidFill>
                          <a:effectLst/>
                          <a:ea typeface="Pretendard" panose="02000503000000020004" pitchFamily="50" charset="-127"/>
                        </a:rPr>
                        <a:t>구분</a:t>
                      </a:r>
                    </a:p>
                  </a:txBody>
                  <a:tcPr marL="111080" marR="111080" marT="44432" marB="92567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ko-KR" altLang="en-US" sz="1600" b="0" i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영수증</a:t>
                      </a:r>
                      <a:endParaRPr lang="ko-KR" sz="16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endParaRPr lang="ko-KR" sz="1600" b="1" i="0" baseline="0" dirty="0">
                        <a:solidFill>
                          <a:srgbClr val="98A6AD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endParaRPr lang="ko-KR" sz="16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8099"/>
                  </a:ext>
                </a:extLst>
              </a:tr>
              <a:tr h="45065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en-US" altLang="ko-KR" sz="1600" b="0" i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AS-IS</a:t>
                      </a:r>
                      <a:endParaRPr lang="ko-KR" sz="16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en-US" altLang="ko-KR" sz="1600" b="0" i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TO-BE</a:t>
                      </a:r>
                      <a:endParaRPr lang="ko-KR" sz="16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en-US" altLang="ko-KR" sz="1600" b="0" i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GPT5.6</a:t>
                      </a:r>
                      <a:endParaRPr lang="ko-KR" sz="16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395827"/>
                  </a:ext>
                </a:extLst>
              </a:tr>
              <a:tr h="75064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800" b="1" i="0" baseline="0" dirty="0">
                          <a:solidFill>
                            <a:srgbClr val="1A2429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General</a:t>
                      </a:r>
                      <a:endParaRPr lang="ko-KR" sz="1800" b="1" i="0" baseline="0" dirty="0">
                        <a:solidFill>
                          <a:srgbClr val="1A2429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800" b="0" i="0" baseline="0" dirty="0">
                          <a:solidFill>
                            <a:srgbClr val="5A6B74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87.2%</a:t>
                      </a:r>
                      <a:endParaRPr lang="ko-KR" sz="1800" b="0" i="0" baseline="0" dirty="0">
                        <a:solidFill>
                          <a:srgbClr val="5A6B74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800" b="0" i="0" baseline="0" dirty="0">
                          <a:solidFill>
                            <a:srgbClr val="2F7D8C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90.1%</a:t>
                      </a:r>
                      <a:endParaRPr lang="ko-KR" sz="1800" b="0" i="0" baseline="0" dirty="0">
                        <a:solidFill>
                          <a:srgbClr val="2F7D8C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800" b="0" i="0" baseline="0" dirty="0">
                          <a:solidFill>
                            <a:srgbClr val="2F7D8C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92.0%</a:t>
                      </a:r>
                      <a:endParaRPr lang="ko-KR" sz="1800" b="0" i="0" baseline="0" dirty="0">
                        <a:solidFill>
                          <a:srgbClr val="2F7D8C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192676"/>
                  </a:ext>
                </a:extLst>
              </a:tr>
              <a:tr h="710928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800" b="1" i="0" baseline="0" dirty="0">
                          <a:solidFill>
                            <a:srgbClr val="1A2429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Table</a:t>
                      </a:r>
                      <a:endParaRPr lang="ko-KR" sz="1800" b="1" i="0" baseline="0" dirty="0">
                        <a:solidFill>
                          <a:srgbClr val="1A2429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800" b="0" i="0" baseline="0" dirty="0">
                          <a:solidFill>
                            <a:srgbClr val="5A6B74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91.2%</a:t>
                      </a:r>
                      <a:endParaRPr lang="ko-KR" sz="1800" b="0" i="0" baseline="0" dirty="0">
                        <a:solidFill>
                          <a:srgbClr val="5A6B74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800" b="0" i="0" baseline="0" dirty="0">
                          <a:solidFill>
                            <a:srgbClr val="2F7D8C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90.3%</a:t>
                      </a:r>
                      <a:endParaRPr lang="ko-KR" sz="1800" b="0" i="0" baseline="0" dirty="0">
                        <a:solidFill>
                          <a:srgbClr val="2F7D8C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800" b="0" i="0" baseline="0" dirty="0">
                          <a:solidFill>
                            <a:srgbClr val="2F7D8C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91.1%</a:t>
                      </a:r>
                      <a:endParaRPr lang="ko-KR" sz="1800" b="0" i="0" baseline="0" dirty="0">
                        <a:solidFill>
                          <a:srgbClr val="2F7D8C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958521"/>
                  </a:ext>
                </a:extLst>
              </a:tr>
              <a:tr h="71092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i="0" baseline="0" dirty="0">
                          <a:solidFill>
                            <a:srgbClr val="1A2429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Overall</a:t>
                      </a:r>
                      <a:endParaRPr lang="ko-KR" altLang="ko-KR" sz="1800" b="1" i="0" baseline="0" dirty="0">
                        <a:solidFill>
                          <a:srgbClr val="1A2429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800" b="0" i="0" baseline="0" dirty="0">
                          <a:solidFill>
                            <a:srgbClr val="5A6B74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89.7%</a:t>
                      </a:r>
                      <a:endParaRPr lang="ko-KR" sz="1800" b="0" i="0" baseline="0" dirty="0">
                        <a:solidFill>
                          <a:srgbClr val="5A6B74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800" b="0" i="0" baseline="0" dirty="0">
                          <a:solidFill>
                            <a:srgbClr val="2F7D8C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90.2%</a:t>
                      </a:r>
                      <a:endParaRPr lang="ko-KR" sz="1800" b="0" i="0" baseline="0" dirty="0">
                        <a:solidFill>
                          <a:srgbClr val="2F7D8C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800" b="0" i="0" baseline="0" dirty="0">
                          <a:solidFill>
                            <a:srgbClr val="2F7D8C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91.5%</a:t>
                      </a:r>
                      <a:endParaRPr lang="ko-KR" sz="1800" b="0" i="0" baseline="0" dirty="0">
                        <a:solidFill>
                          <a:srgbClr val="2F7D8C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273697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E739CD-381D-5951-5DD3-9CC26FAB0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674419"/>
              </p:ext>
            </p:extLst>
          </p:nvPr>
        </p:nvGraphicFramePr>
        <p:xfrm>
          <a:off x="553951" y="1712755"/>
          <a:ext cx="11102347" cy="1172138"/>
        </p:xfrm>
        <a:graphic>
          <a:graphicData uri="http://schemas.openxmlformats.org/drawingml/2006/table">
            <a:tbl>
              <a:tblPr/>
              <a:tblGrid>
                <a:gridCol w="948629">
                  <a:extLst>
                    <a:ext uri="{9D8B030D-6E8A-4147-A177-3AD203B41FA5}">
                      <a16:colId xmlns:a16="http://schemas.microsoft.com/office/drawing/2014/main" val="1441395608"/>
                    </a:ext>
                  </a:extLst>
                </a:gridCol>
                <a:gridCol w="675153">
                  <a:extLst>
                    <a:ext uri="{9D8B030D-6E8A-4147-A177-3AD203B41FA5}">
                      <a16:colId xmlns:a16="http://schemas.microsoft.com/office/drawing/2014/main" val="1335412292"/>
                    </a:ext>
                  </a:extLst>
                </a:gridCol>
                <a:gridCol w="675153">
                  <a:extLst>
                    <a:ext uri="{9D8B030D-6E8A-4147-A177-3AD203B41FA5}">
                      <a16:colId xmlns:a16="http://schemas.microsoft.com/office/drawing/2014/main" val="3232903863"/>
                    </a:ext>
                  </a:extLst>
                </a:gridCol>
                <a:gridCol w="675153">
                  <a:extLst>
                    <a:ext uri="{9D8B030D-6E8A-4147-A177-3AD203B41FA5}">
                      <a16:colId xmlns:a16="http://schemas.microsoft.com/office/drawing/2014/main" val="4095790489"/>
                    </a:ext>
                  </a:extLst>
                </a:gridCol>
                <a:gridCol w="675153">
                  <a:extLst>
                    <a:ext uri="{9D8B030D-6E8A-4147-A177-3AD203B41FA5}">
                      <a16:colId xmlns:a16="http://schemas.microsoft.com/office/drawing/2014/main" val="2147967830"/>
                    </a:ext>
                  </a:extLst>
                </a:gridCol>
                <a:gridCol w="701577">
                  <a:extLst>
                    <a:ext uri="{9D8B030D-6E8A-4147-A177-3AD203B41FA5}">
                      <a16:colId xmlns:a16="http://schemas.microsoft.com/office/drawing/2014/main" val="233767000"/>
                    </a:ext>
                  </a:extLst>
                </a:gridCol>
                <a:gridCol w="701577">
                  <a:extLst>
                    <a:ext uri="{9D8B030D-6E8A-4147-A177-3AD203B41FA5}">
                      <a16:colId xmlns:a16="http://schemas.microsoft.com/office/drawing/2014/main" val="2942656887"/>
                    </a:ext>
                  </a:extLst>
                </a:gridCol>
                <a:gridCol w="648728">
                  <a:extLst>
                    <a:ext uri="{9D8B030D-6E8A-4147-A177-3AD203B41FA5}">
                      <a16:colId xmlns:a16="http://schemas.microsoft.com/office/drawing/2014/main" val="3888235909"/>
                    </a:ext>
                  </a:extLst>
                </a:gridCol>
                <a:gridCol w="675153">
                  <a:extLst>
                    <a:ext uri="{9D8B030D-6E8A-4147-A177-3AD203B41FA5}">
                      <a16:colId xmlns:a16="http://schemas.microsoft.com/office/drawing/2014/main" val="3029366870"/>
                    </a:ext>
                  </a:extLst>
                </a:gridCol>
                <a:gridCol w="675153">
                  <a:extLst>
                    <a:ext uri="{9D8B030D-6E8A-4147-A177-3AD203B41FA5}">
                      <a16:colId xmlns:a16="http://schemas.microsoft.com/office/drawing/2014/main" val="3869073233"/>
                    </a:ext>
                  </a:extLst>
                </a:gridCol>
                <a:gridCol w="675153">
                  <a:extLst>
                    <a:ext uri="{9D8B030D-6E8A-4147-A177-3AD203B41FA5}">
                      <a16:colId xmlns:a16="http://schemas.microsoft.com/office/drawing/2014/main" val="557066632"/>
                    </a:ext>
                  </a:extLst>
                </a:gridCol>
                <a:gridCol w="675153">
                  <a:extLst>
                    <a:ext uri="{9D8B030D-6E8A-4147-A177-3AD203B41FA5}">
                      <a16:colId xmlns:a16="http://schemas.microsoft.com/office/drawing/2014/main" val="990048755"/>
                    </a:ext>
                  </a:extLst>
                </a:gridCol>
                <a:gridCol w="675153">
                  <a:extLst>
                    <a:ext uri="{9D8B030D-6E8A-4147-A177-3AD203B41FA5}">
                      <a16:colId xmlns:a16="http://schemas.microsoft.com/office/drawing/2014/main" val="544181835"/>
                    </a:ext>
                  </a:extLst>
                </a:gridCol>
                <a:gridCol w="675153">
                  <a:extLst>
                    <a:ext uri="{9D8B030D-6E8A-4147-A177-3AD203B41FA5}">
                      <a16:colId xmlns:a16="http://schemas.microsoft.com/office/drawing/2014/main" val="3001066871"/>
                    </a:ext>
                  </a:extLst>
                </a:gridCol>
                <a:gridCol w="675153">
                  <a:extLst>
                    <a:ext uri="{9D8B030D-6E8A-4147-A177-3AD203B41FA5}">
                      <a16:colId xmlns:a16="http://schemas.microsoft.com/office/drawing/2014/main" val="695468734"/>
                    </a:ext>
                  </a:extLst>
                </a:gridCol>
                <a:gridCol w="675153">
                  <a:extLst>
                    <a:ext uri="{9D8B030D-6E8A-4147-A177-3AD203B41FA5}">
                      <a16:colId xmlns:a16="http://schemas.microsoft.com/office/drawing/2014/main" val="2110353510"/>
                    </a:ext>
                  </a:extLst>
                </a:gridCol>
              </a:tblGrid>
              <a:tr h="268208">
                <a:tc rowSpan="2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ko-KR" altLang="en-US" sz="1200" b="1" i="0" baseline="0" dirty="0">
                          <a:solidFill>
                            <a:srgbClr val="1A2429"/>
                          </a:solidFill>
                          <a:effectLst/>
                          <a:ea typeface="Pretendard" panose="02000503000000020004" pitchFamily="50" charset="-127"/>
                        </a:rPr>
                        <a:t>구분</a:t>
                      </a:r>
                    </a:p>
                  </a:txBody>
                  <a:tcPr marL="111080" marR="111080" marT="44432" marB="92567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ko-KR" altLang="en-US" sz="1200" b="0" i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영수증</a:t>
                      </a:r>
                      <a:endParaRPr 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endParaRPr lang="ko-KR" sz="1600" b="1" i="0" baseline="0" dirty="0">
                        <a:solidFill>
                          <a:srgbClr val="98A6AD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endParaRPr 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ko-KR" altLang="en-US" sz="1200" b="0" i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명세서</a:t>
                      </a:r>
                      <a:endParaRPr 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endParaRPr lang="ko-KR" sz="1600" b="1" i="0" baseline="0" dirty="0">
                        <a:solidFill>
                          <a:srgbClr val="98A6AD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endParaRPr 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ko-KR" altLang="en-US" sz="1200" b="0" i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계산서</a:t>
                      </a:r>
                      <a:endParaRPr 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endParaRPr lang="ko-KR" sz="1600" b="1" i="0" baseline="0" dirty="0">
                        <a:solidFill>
                          <a:srgbClr val="98A6AD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endParaRPr 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ko-KR" altLang="en-US" sz="1200" b="0" i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견적서</a:t>
                      </a:r>
                      <a:endParaRPr 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endParaRPr lang="ko-KR" sz="1600" b="1" i="0" baseline="0" dirty="0">
                        <a:solidFill>
                          <a:srgbClr val="98A6AD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endParaRPr 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ko-KR" altLang="en-US" sz="1200" b="1" i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평균</a:t>
                      </a:r>
                      <a:endParaRPr lang="ko-KR" sz="1200" b="1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endParaRPr lang="ko-KR" sz="1600" b="1" i="0" baseline="0" dirty="0">
                        <a:solidFill>
                          <a:srgbClr val="98A6AD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endParaRPr lang="ko-KR" sz="1200" b="1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8099"/>
                  </a:ext>
                </a:extLst>
              </a:tr>
              <a:tr h="29101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en-US" altLang="ko-KR" sz="1200" b="0" i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AS-IS</a:t>
                      </a:r>
                      <a:endParaRPr 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en-US" altLang="ko-KR" sz="1200" b="0" i="0" spc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TO-BE</a:t>
                      </a:r>
                      <a:endParaRPr 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en-US" altLang="ko-KR" sz="1200" b="0" i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GPT5</a:t>
                      </a:r>
                      <a:endParaRPr 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en-US" altLang="ko-KR" sz="1200" b="0" i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AS-IS</a:t>
                      </a:r>
                      <a:endParaRPr 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en-US" altLang="ko-KR" sz="1200" b="0" i="0" spc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TO-BE</a:t>
                      </a:r>
                      <a:endParaRPr 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en-US" altLang="ko-KR" sz="1200" b="0" i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GPT5</a:t>
                      </a:r>
                      <a:endParaRPr 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en-US" altLang="ko-KR" sz="1200" b="0" i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AS-IS</a:t>
                      </a:r>
                      <a:endParaRPr 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en-US" altLang="ko-KR" sz="1200" b="0" i="0" spc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TO-BE</a:t>
                      </a:r>
                      <a:endParaRPr 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GPT5</a:t>
                      </a:r>
                      <a:endParaRPr lang="ko-KR" alt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en-US" altLang="ko-KR" sz="1200" b="0" i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AS-IS</a:t>
                      </a:r>
                      <a:endParaRPr 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en-US" altLang="ko-KR" sz="1200" b="0" i="0" spc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TO-BE</a:t>
                      </a:r>
                      <a:endParaRPr 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en-US" altLang="ko-KR" sz="1200" b="0" i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GPT5</a:t>
                      </a:r>
                      <a:endParaRPr lang="ko-KR" sz="1200" b="0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en-US" altLang="ko-KR" sz="1200" b="1" i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AS-IS</a:t>
                      </a:r>
                      <a:endParaRPr lang="ko-KR" sz="1200" b="1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en-US" altLang="ko-KR" sz="1200" b="1" i="0" spc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TO-BE</a:t>
                      </a:r>
                      <a:endParaRPr lang="ko-KR" sz="1200" b="1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buNone/>
                      </a:pPr>
                      <a:r>
                        <a:rPr lang="en-US" altLang="ko-KR" sz="1200" b="1" i="0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GPT5</a:t>
                      </a:r>
                      <a:endParaRPr lang="ko-KR" sz="1200" b="1" i="0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44432" marB="92567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395827"/>
                  </a:ext>
                </a:extLst>
              </a:tr>
              <a:tr h="45908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baseline="0" dirty="0">
                          <a:solidFill>
                            <a:srgbClr val="1A2429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Overall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baseline="0" dirty="0">
                          <a:solidFill>
                            <a:srgbClr val="1A2429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Accuracy</a:t>
                      </a:r>
                      <a:endParaRPr lang="ko-KR" altLang="ko-KR" sz="1200" b="1" i="0" baseline="0" dirty="0">
                        <a:solidFill>
                          <a:srgbClr val="1A2429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200" b="0" i="0" baseline="0" dirty="0">
                          <a:solidFill>
                            <a:srgbClr val="5A6B74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89.7%</a:t>
                      </a:r>
                      <a:endParaRPr lang="ko-KR" sz="1200" b="0" i="0" baseline="0" dirty="0">
                        <a:solidFill>
                          <a:srgbClr val="5A6B74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200" b="0" i="0" baseline="0" dirty="0">
                          <a:solidFill>
                            <a:srgbClr val="2F7D8C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90.2%</a:t>
                      </a:r>
                      <a:endParaRPr lang="ko-KR" sz="1200" b="0" i="0" baseline="0" dirty="0">
                        <a:solidFill>
                          <a:srgbClr val="2F7D8C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200" b="0" i="0" baseline="0" dirty="0">
                          <a:solidFill>
                            <a:srgbClr val="2F7D8C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91.5%</a:t>
                      </a:r>
                      <a:endParaRPr lang="ko-KR" sz="1200" b="0" i="0" baseline="0" dirty="0">
                        <a:solidFill>
                          <a:srgbClr val="2F7D8C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200" b="0" i="0" baseline="0">
                          <a:solidFill>
                            <a:srgbClr val="5A6B74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87.5%</a:t>
                      </a:r>
                      <a:endParaRPr lang="ko-KR" sz="1200" b="0" i="0" baseline="0" dirty="0">
                        <a:solidFill>
                          <a:srgbClr val="5A6B74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200" b="0" i="0" baseline="0" dirty="0">
                          <a:solidFill>
                            <a:srgbClr val="2F7D8C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86.6%</a:t>
                      </a:r>
                      <a:endParaRPr lang="ko-KR" sz="1200" b="0" i="0" baseline="0" dirty="0">
                        <a:solidFill>
                          <a:srgbClr val="2F7D8C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200" b="0" i="0" baseline="0" dirty="0">
                          <a:solidFill>
                            <a:srgbClr val="2F7D8C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87.2%</a:t>
                      </a:r>
                      <a:endParaRPr lang="ko-KR" sz="1200" b="0" i="0" baseline="0" dirty="0">
                        <a:solidFill>
                          <a:srgbClr val="2F7D8C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200" b="0" i="0" baseline="0" dirty="0">
                          <a:solidFill>
                            <a:srgbClr val="5A6B74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78.0%</a:t>
                      </a:r>
                      <a:endParaRPr lang="ko-KR" sz="1200" b="0" i="0" baseline="0" dirty="0">
                        <a:solidFill>
                          <a:srgbClr val="5A6B74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200" b="0" i="0" baseline="0" dirty="0">
                          <a:solidFill>
                            <a:srgbClr val="2F7D8C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80.1%</a:t>
                      </a:r>
                      <a:endParaRPr lang="ko-KR" sz="1200" b="0" i="0" baseline="0" dirty="0">
                        <a:solidFill>
                          <a:srgbClr val="2F7D8C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200" b="0" i="0" baseline="0" dirty="0">
                          <a:solidFill>
                            <a:srgbClr val="2F7D8C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84.6%</a:t>
                      </a:r>
                      <a:endParaRPr lang="ko-KR" sz="1200" b="0" i="0" baseline="0" dirty="0">
                        <a:solidFill>
                          <a:srgbClr val="2F7D8C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200" b="0" i="0" baseline="0" dirty="0">
                          <a:solidFill>
                            <a:srgbClr val="5A6B74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83.9%</a:t>
                      </a:r>
                      <a:endParaRPr lang="ko-KR" sz="1200" b="0" i="0" baseline="0" dirty="0">
                        <a:solidFill>
                          <a:srgbClr val="5A6B74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200" b="0" i="0" baseline="0" dirty="0">
                          <a:solidFill>
                            <a:srgbClr val="2F7D8C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87.0%</a:t>
                      </a:r>
                      <a:endParaRPr lang="ko-KR" sz="1200" b="0" i="0" baseline="0" dirty="0">
                        <a:solidFill>
                          <a:srgbClr val="2F7D8C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200" b="0" i="0" baseline="0" dirty="0">
                          <a:solidFill>
                            <a:srgbClr val="2F7D8C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89.4%</a:t>
                      </a:r>
                      <a:endParaRPr lang="ko-KR" sz="1200" b="0" i="0" baseline="0" dirty="0">
                        <a:solidFill>
                          <a:srgbClr val="2F7D8C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200" b="1" i="0" baseline="0" dirty="0">
                          <a:solidFill>
                            <a:srgbClr val="5A6B74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84.2%</a:t>
                      </a:r>
                      <a:endParaRPr lang="ko-KR" sz="1200" b="1" i="0" baseline="0" dirty="0">
                        <a:solidFill>
                          <a:srgbClr val="5A6B74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200" b="1" i="0" baseline="0" dirty="0">
                          <a:solidFill>
                            <a:srgbClr val="2F7D8C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86.0%</a:t>
                      </a:r>
                      <a:endParaRPr lang="ko-KR" sz="1200" b="1" i="0" baseline="0" dirty="0">
                        <a:solidFill>
                          <a:srgbClr val="2F7D8C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ko-KR" sz="1200" b="1" i="0" baseline="0" dirty="0">
                          <a:solidFill>
                            <a:srgbClr val="2F7D8C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88.1%</a:t>
                      </a:r>
                      <a:endParaRPr lang="ko-KR" sz="1200" b="1" i="0" baseline="0" dirty="0">
                        <a:solidFill>
                          <a:srgbClr val="2F7D8C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111080" marR="111080" marT="83310" marB="8331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273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844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760AD-EEFC-CC9A-1E37-201E69F40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555C22-7ECE-9002-4EB9-CDB153DDAE7E}"/>
              </a:ext>
            </a:extLst>
          </p:cNvPr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  <a:endParaRPr kumimoji="1" lang="en" altLang="ko-KR" sz="1200" dirty="0">
              <a:solidFill>
                <a:schemeClr val="bg2">
                  <a:lumMod val="50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B4961F-17CC-4243-E321-6E344014FD36}"/>
              </a:ext>
            </a:extLst>
          </p:cNvPr>
          <p:cNvSpPr txBox="1"/>
          <p:nvPr/>
        </p:nvSpPr>
        <p:spPr>
          <a:xfrm>
            <a:off x="553951" y="757240"/>
            <a:ext cx="8385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b="1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파싱 결과 케이스 스터디 </a:t>
            </a:r>
            <a:r>
              <a:rPr kumimoji="1" lang="en-US" altLang="ko-KR" sz="3200" b="1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kumimoji="1" lang="ko-KR" altLang="en-US" sz="3200" b="1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파싱 결과</a:t>
            </a:r>
            <a:endParaRPr kumimoji="1" lang="ko-KR" altLang="en-US" sz="3200" b="1" i="0" dirty="0">
              <a:solidFill>
                <a:srgbClr val="14141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FA2E1E1-055B-D77D-6DB3-C31878A84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97A3A56-126A-6B8A-D172-F4899B639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7" y="1714500"/>
            <a:ext cx="3927408" cy="392740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EC1DA0B-B3CA-E11A-42B4-636A20FACF8D}"/>
              </a:ext>
            </a:extLst>
          </p:cNvPr>
          <p:cNvSpPr txBox="1"/>
          <p:nvPr/>
        </p:nvSpPr>
        <p:spPr>
          <a:xfrm>
            <a:off x="5844688" y="1342015"/>
            <a:ext cx="9761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Ours</a:t>
            </a:r>
            <a:endParaRPr lang="ko-Kore-KR" altLang="en-US" sz="1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3A21F9-CB4F-1DCE-1C15-A82F5AC32225}"/>
              </a:ext>
            </a:extLst>
          </p:cNvPr>
          <p:cNvSpPr txBox="1"/>
          <p:nvPr/>
        </p:nvSpPr>
        <p:spPr>
          <a:xfrm>
            <a:off x="9510420" y="1055690"/>
            <a:ext cx="9761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GPT</a:t>
            </a:r>
            <a:endParaRPr lang="ko-Kore-KR" altLang="en-US" sz="1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5AFF5D-1455-EE60-17E7-FBAC1AF15A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571" y="1332689"/>
            <a:ext cx="2849860" cy="499632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9EFDC1B-4745-9ADB-2382-269A4F9FBC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5354" y="1619014"/>
            <a:ext cx="3951927" cy="4253345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53203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C3949-1314-0B9D-2665-B1664F527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377167D-4C13-4FA9-70C1-9976876DDC17}"/>
              </a:ext>
            </a:extLst>
          </p:cNvPr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  <a:endParaRPr kumimoji="1" lang="en" altLang="ko-KR" sz="1200" dirty="0">
              <a:solidFill>
                <a:schemeClr val="bg2">
                  <a:lumMod val="50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9E790C-292E-14FF-EA66-C767092AFC17}"/>
              </a:ext>
            </a:extLst>
          </p:cNvPr>
          <p:cNvSpPr txBox="1"/>
          <p:nvPr/>
        </p:nvSpPr>
        <p:spPr>
          <a:xfrm>
            <a:off x="553951" y="757240"/>
            <a:ext cx="8385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b="1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파싱 결과 케이스 스터디 </a:t>
            </a:r>
            <a:r>
              <a:rPr kumimoji="1" lang="en-US" altLang="ko-KR" sz="3200" b="1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KIE </a:t>
            </a:r>
            <a:r>
              <a:rPr kumimoji="1" lang="ko-KR" altLang="en-US" sz="3200" b="1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</a:t>
            </a:r>
            <a:endParaRPr kumimoji="1" lang="ko-KR" altLang="en-US" sz="3200" b="1" i="0" dirty="0">
              <a:solidFill>
                <a:srgbClr val="14141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2F0EA5-4461-8F72-F0C2-E75D64FE0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E19D67D-097B-24CB-2453-0AF05780A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7" y="1714500"/>
            <a:ext cx="3927408" cy="39274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9580653-C497-E306-8C9E-50BB17D1739F}"/>
              </a:ext>
            </a:extLst>
          </p:cNvPr>
          <p:cNvSpPr txBox="1"/>
          <p:nvPr/>
        </p:nvSpPr>
        <p:spPr>
          <a:xfrm>
            <a:off x="8264592" y="1856256"/>
            <a:ext cx="392740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{</a:t>
            </a:r>
          </a:p>
          <a:p>
            <a:r>
              <a:rPr lang="en-US" altLang="ko-KR" sz="1600" dirty="0"/>
              <a:t>  "General": {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    "</a:t>
            </a:r>
            <a:r>
              <a:rPr lang="en-US" altLang="ko-KR" sz="1600" dirty="0" err="1">
                <a:solidFill>
                  <a:srgbClr val="FF0000"/>
                </a:solidFill>
              </a:rPr>
              <a:t>store_name</a:t>
            </a:r>
            <a:r>
              <a:rPr lang="en-US" altLang="ko-KR" sz="1600" dirty="0">
                <a:solidFill>
                  <a:srgbClr val="FF0000"/>
                </a:solidFill>
              </a:rPr>
              <a:t>": null,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    </a:t>
            </a:r>
            <a:r>
              <a:rPr lang="en-US" altLang="ko-KR" sz="1600" dirty="0"/>
              <a:t>"</a:t>
            </a:r>
            <a:r>
              <a:rPr lang="en-US" altLang="ko-KR" sz="1600" dirty="0" err="1"/>
              <a:t>store_address</a:t>
            </a:r>
            <a:r>
              <a:rPr lang="en-US" altLang="ko-KR" sz="1600" dirty="0"/>
              <a:t>": "</a:t>
            </a:r>
            <a:r>
              <a:rPr lang="ko-KR" altLang="en-US" sz="1600" dirty="0"/>
              <a:t>경기 시흥시 </a:t>
            </a:r>
            <a:r>
              <a:rPr lang="ko-KR" altLang="en-US" sz="1600" dirty="0" err="1"/>
              <a:t>정왕동</a:t>
            </a:r>
            <a:r>
              <a:rPr lang="ko-KR" altLang="en-US" sz="1600" dirty="0"/>
              <a:t> </a:t>
            </a:r>
            <a:r>
              <a:rPr lang="en-US" altLang="ko-KR" sz="1600" dirty="0">
                <a:solidFill>
                  <a:srgbClr val="FF0000"/>
                </a:solidFill>
              </a:rPr>
              <a:t>[</a:t>
            </a:r>
            <a:r>
              <a:rPr lang="ko-KR" altLang="en-US" sz="1600" dirty="0">
                <a:solidFill>
                  <a:srgbClr val="FF0000"/>
                </a:solidFill>
              </a:rPr>
              <a:t>판독 불가</a:t>
            </a:r>
            <a:r>
              <a:rPr lang="en-US" altLang="ko-KR" sz="1600" dirty="0">
                <a:solidFill>
                  <a:srgbClr val="FF0000"/>
                </a:solidFill>
              </a:rPr>
              <a:t>]",</a:t>
            </a:r>
          </a:p>
          <a:p>
            <a:r>
              <a:rPr lang="en-US" altLang="ko-KR" sz="1600" dirty="0"/>
              <a:t>    "</a:t>
            </a:r>
            <a:r>
              <a:rPr lang="en-US" altLang="ko-KR" sz="1600" dirty="0" err="1"/>
              <a:t>transaction_date</a:t>
            </a:r>
            <a:r>
              <a:rPr lang="en-US" altLang="ko-KR" sz="1600" dirty="0"/>
              <a:t>": "2026-01-30",</a:t>
            </a:r>
          </a:p>
          <a:p>
            <a:r>
              <a:rPr lang="en-US" altLang="ko-KR" sz="1600" dirty="0"/>
              <a:t>    "</a:t>
            </a:r>
            <a:r>
              <a:rPr lang="en-US" altLang="ko-KR" sz="1600" dirty="0" err="1"/>
              <a:t>transaction_time</a:t>
            </a:r>
            <a:r>
              <a:rPr lang="en-US" altLang="ko-KR" sz="1600" dirty="0"/>
              <a:t>": "16:39:28",</a:t>
            </a:r>
          </a:p>
          <a:p>
            <a:r>
              <a:rPr lang="en-US" altLang="ko-KR" sz="1600" dirty="0"/>
              <a:t>    "</a:t>
            </a:r>
            <a:r>
              <a:rPr lang="en-US" altLang="ko-KR" sz="1600" dirty="0" err="1"/>
              <a:t>approval_code</a:t>
            </a:r>
            <a:r>
              <a:rPr lang="en-US" altLang="ko-KR" sz="1600" dirty="0"/>
              <a:t>": "79285161",</a:t>
            </a:r>
          </a:p>
          <a:p>
            <a:r>
              <a:rPr lang="en-US" altLang="ko-KR" sz="1600" dirty="0"/>
              <a:t>    "</a:t>
            </a:r>
            <a:r>
              <a:rPr lang="en-US" altLang="ko-KR" sz="1600" dirty="0" err="1"/>
              <a:t>tax_price</a:t>
            </a:r>
            <a:r>
              <a:rPr lang="en-US" altLang="ko-KR" sz="1600" dirty="0"/>
              <a:t>": 8182,</a:t>
            </a:r>
          </a:p>
          <a:p>
            <a:r>
              <a:rPr lang="en-US" altLang="ko-KR" sz="1600" dirty="0"/>
              <a:t>    "</a:t>
            </a:r>
            <a:r>
              <a:rPr lang="en-US" altLang="ko-KR" sz="1600" dirty="0" err="1"/>
              <a:t>total_charged_price</a:t>
            </a:r>
            <a:r>
              <a:rPr lang="en-US" altLang="ko-KR" sz="1600" dirty="0"/>
              <a:t>": 90000,</a:t>
            </a:r>
          </a:p>
          <a:p>
            <a:r>
              <a:rPr lang="en-US" altLang="ko-KR" sz="1600" dirty="0"/>
              <a:t>    "currency": "KRW"</a:t>
            </a:r>
          </a:p>
          <a:p>
            <a:r>
              <a:rPr lang="en-US" altLang="ko-KR" sz="1600" dirty="0"/>
              <a:t>  },</a:t>
            </a:r>
          </a:p>
          <a:p>
            <a:r>
              <a:rPr lang="en-US" altLang="ko-KR" sz="1600" dirty="0"/>
              <a:t>  "Table": []</a:t>
            </a:r>
          </a:p>
          <a:p>
            <a:r>
              <a:rPr lang="en-US" altLang="ko-KR" sz="1600" dirty="0"/>
              <a:t>}</a:t>
            </a:r>
            <a:endParaRPr lang="ko-KR" alt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5E8881-8DE8-AEE6-0E4B-C1527153C60D}"/>
              </a:ext>
            </a:extLst>
          </p:cNvPr>
          <p:cNvSpPr txBox="1"/>
          <p:nvPr/>
        </p:nvSpPr>
        <p:spPr>
          <a:xfrm>
            <a:off x="4369065" y="1856256"/>
            <a:ext cx="392740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{</a:t>
            </a:r>
          </a:p>
          <a:p>
            <a:r>
              <a:rPr lang="ko-KR" altLang="en-US" sz="1600" dirty="0"/>
              <a:t>  "General": {</a:t>
            </a:r>
          </a:p>
          <a:p>
            <a:r>
              <a:rPr lang="ko-KR" altLang="en-US" sz="1600" dirty="0">
                <a:solidFill>
                  <a:schemeClr val="accent6"/>
                </a:solidFill>
              </a:rPr>
              <a:t>    "</a:t>
            </a:r>
            <a:r>
              <a:rPr lang="ko-KR" altLang="en-US" sz="1600" dirty="0" err="1">
                <a:solidFill>
                  <a:schemeClr val="accent6"/>
                </a:solidFill>
              </a:rPr>
              <a:t>store_name</a:t>
            </a:r>
            <a:r>
              <a:rPr lang="ko-KR" altLang="en-US" sz="1600" dirty="0">
                <a:solidFill>
                  <a:schemeClr val="accent6"/>
                </a:solidFill>
              </a:rPr>
              <a:t>": "오피스 </a:t>
            </a:r>
            <a:r>
              <a:rPr lang="ko-KR" altLang="en-US" sz="1600" dirty="0" err="1">
                <a:solidFill>
                  <a:schemeClr val="accent6"/>
                </a:solidFill>
              </a:rPr>
              <a:t>퍼플라이</a:t>
            </a:r>
            <a:r>
              <a:rPr lang="ko-KR" altLang="en-US" sz="1600" dirty="0">
                <a:solidFill>
                  <a:schemeClr val="accent6"/>
                </a:solidFill>
              </a:rPr>
              <a:t> 시흥시청점",</a:t>
            </a:r>
          </a:p>
          <a:p>
            <a:r>
              <a:rPr lang="ko-KR" altLang="en-US" sz="1600" dirty="0"/>
              <a:t>    "</a:t>
            </a:r>
            <a:r>
              <a:rPr lang="ko-KR" altLang="en-US" sz="1600" dirty="0" err="1"/>
              <a:t>store_address</a:t>
            </a:r>
            <a:r>
              <a:rPr lang="ko-KR" altLang="en-US" sz="1600" dirty="0"/>
              <a:t>": "경기 시흥시 시정로68번길 31 (</a:t>
            </a:r>
            <a:r>
              <a:rPr lang="ko-KR" altLang="en-US" sz="1600" dirty="0" err="1"/>
              <a:t>장현동</a:t>
            </a:r>
            <a:r>
              <a:rPr lang="ko-KR" altLang="en-US" sz="1600" dirty="0"/>
              <a:t>, 대성빌딩)",</a:t>
            </a:r>
          </a:p>
          <a:p>
            <a:r>
              <a:rPr lang="ko-KR" altLang="en-US" sz="1600" dirty="0"/>
              <a:t>    "</a:t>
            </a:r>
            <a:r>
              <a:rPr lang="ko-KR" altLang="en-US" sz="1600" dirty="0" err="1"/>
              <a:t>transaction_date</a:t>
            </a:r>
            <a:r>
              <a:rPr lang="ko-KR" altLang="en-US" sz="1600" dirty="0"/>
              <a:t>": "2026-01-30",</a:t>
            </a:r>
          </a:p>
          <a:p>
            <a:r>
              <a:rPr lang="ko-KR" altLang="en-US" sz="1600" dirty="0"/>
              <a:t>    "</a:t>
            </a:r>
            <a:r>
              <a:rPr lang="ko-KR" altLang="en-US" sz="1600" dirty="0" err="1"/>
              <a:t>transaction_time</a:t>
            </a:r>
            <a:r>
              <a:rPr lang="ko-KR" altLang="en-US" sz="1600" dirty="0"/>
              <a:t>": "16:33:28",</a:t>
            </a:r>
          </a:p>
          <a:p>
            <a:r>
              <a:rPr lang="ko-KR" altLang="en-US" sz="1600" dirty="0"/>
              <a:t>    "</a:t>
            </a:r>
            <a:r>
              <a:rPr lang="ko-KR" altLang="en-US" sz="1600" dirty="0" err="1"/>
              <a:t>approval_code</a:t>
            </a:r>
            <a:r>
              <a:rPr lang="ko-KR" altLang="en-US" sz="1600" dirty="0"/>
              <a:t>": "79285161",</a:t>
            </a:r>
          </a:p>
          <a:p>
            <a:r>
              <a:rPr lang="ko-KR" altLang="en-US" sz="1600" dirty="0"/>
              <a:t>    "</a:t>
            </a:r>
            <a:r>
              <a:rPr lang="ko-KR" altLang="en-US" sz="1600" dirty="0" err="1"/>
              <a:t>tax_price</a:t>
            </a:r>
            <a:r>
              <a:rPr lang="ko-KR" altLang="en-US" sz="1600" dirty="0"/>
              <a:t>": 8182,</a:t>
            </a:r>
          </a:p>
          <a:p>
            <a:r>
              <a:rPr lang="ko-KR" altLang="en-US" sz="1600" dirty="0"/>
              <a:t>    "</a:t>
            </a:r>
            <a:r>
              <a:rPr lang="ko-KR" altLang="en-US" sz="1600" dirty="0" err="1"/>
              <a:t>total_charged_price</a:t>
            </a:r>
            <a:r>
              <a:rPr lang="ko-KR" altLang="en-US" sz="1600" dirty="0"/>
              <a:t>": 90000,</a:t>
            </a:r>
          </a:p>
          <a:p>
            <a:r>
              <a:rPr lang="ko-KR" altLang="en-US" sz="1600" dirty="0"/>
              <a:t>    "</a:t>
            </a:r>
            <a:r>
              <a:rPr lang="ko-KR" altLang="en-US" sz="1600" dirty="0" err="1"/>
              <a:t>currency</a:t>
            </a:r>
            <a:r>
              <a:rPr lang="ko-KR" altLang="en-US" sz="1600" dirty="0"/>
              <a:t>": "KRW"</a:t>
            </a:r>
          </a:p>
          <a:p>
            <a:r>
              <a:rPr lang="ko-KR" altLang="en-US" sz="1600" dirty="0"/>
              <a:t>  },</a:t>
            </a:r>
          </a:p>
          <a:p>
            <a:r>
              <a:rPr lang="ko-KR" altLang="en-US" sz="1600" dirty="0"/>
              <a:t>  "</a:t>
            </a:r>
            <a:r>
              <a:rPr lang="ko-KR" altLang="en-US" sz="1600" dirty="0" err="1"/>
              <a:t>Table</a:t>
            </a:r>
            <a:r>
              <a:rPr lang="ko-KR" altLang="en-US" sz="1600" dirty="0"/>
              <a:t>": []</a:t>
            </a:r>
          </a:p>
          <a:p>
            <a:r>
              <a:rPr lang="ko-KR" altLang="en-US" sz="1600" dirty="0"/>
              <a:t>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3C1B27-35C2-4BDE-CA36-085314EC5B81}"/>
              </a:ext>
            </a:extLst>
          </p:cNvPr>
          <p:cNvSpPr txBox="1"/>
          <p:nvPr/>
        </p:nvSpPr>
        <p:spPr>
          <a:xfrm>
            <a:off x="5844688" y="1342015"/>
            <a:ext cx="9761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Ours</a:t>
            </a:r>
            <a:endParaRPr lang="ko-Kore-KR" altLang="en-US" sz="1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741DAC-1638-E2BA-220E-CB97FB5EB0D3}"/>
              </a:ext>
            </a:extLst>
          </p:cNvPr>
          <p:cNvSpPr txBox="1"/>
          <p:nvPr/>
        </p:nvSpPr>
        <p:spPr>
          <a:xfrm>
            <a:off x="9510420" y="1342015"/>
            <a:ext cx="9761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GPT</a:t>
            </a:r>
            <a:endParaRPr lang="ko-Kore-KR" altLang="en-US" sz="1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000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D7B3E-AA4D-1AD0-F3D2-33D4A3B52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333192-D7E9-636F-FE0F-42D3065EA720}"/>
              </a:ext>
            </a:extLst>
          </p:cNvPr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  <a:endParaRPr kumimoji="1" lang="en" altLang="ko-KR" sz="1200" dirty="0">
              <a:solidFill>
                <a:schemeClr val="bg2">
                  <a:lumMod val="50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210DBB-5A12-7741-378D-D37834AF8985}"/>
              </a:ext>
            </a:extLst>
          </p:cNvPr>
          <p:cNvSpPr txBox="1"/>
          <p:nvPr/>
        </p:nvSpPr>
        <p:spPr>
          <a:xfrm>
            <a:off x="553951" y="757240"/>
            <a:ext cx="8385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b="1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파싱 결과 케이스 스터디 </a:t>
            </a:r>
            <a:r>
              <a:rPr kumimoji="1" lang="en-US" altLang="ko-KR" sz="3200" b="1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1" lang="ko-KR" altLang="en-US" sz="3200" b="1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파싱</a:t>
            </a:r>
            <a:endParaRPr kumimoji="1" lang="ko-KR" altLang="en-US" sz="3200" b="1" i="0" dirty="0">
              <a:solidFill>
                <a:srgbClr val="14141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5A846FE-2979-7A73-E776-9A6C84415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5BF695E-25F8-8F33-31BF-C886C8FCE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33" y="1342015"/>
            <a:ext cx="3686175" cy="49149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910E6A3-364C-31D5-7797-C2D7AD8068EC}"/>
              </a:ext>
            </a:extLst>
          </p:cNvPr>
          <p:cNvSpPr txBox="1"/>
          <p:nvPr/>
        </p:nvSpPr>
        <p:spPr>
          <a:xfrm>
            <a:off x="5844688" y="1342015"/>
            <a:ext cx="9761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Ours</a:t>
            </a:r>
            <a:endParaRPr lang="ko-Kore-KR" altLang="en-US" sz="1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C76BEA-18BE-8C9D-F9D3-EDB371687F9D}"/>
              </a:ext>
            </a:extLst>
          </p:cNvPr>
          <p:cNvSpPr txBox="1"/>
          <p:nvPr/>
        </p:nvSpPr>
        <p:spPr>
          <a:xfrm>
            <a:off x="9510420" y="1342015"/>
            <a:ext cx="9761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GPT</a:t>
            </a:r>
            <a:endParaRPr lang="ko-Kore-KR" altLang="en-US" sz="1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4DE4F12-B885-712A-BAE5-AEE63F3CD8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5000" y="1619014"/>
            <a:ext cx="2747388" cy="4497883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8586666-5B37-A7B9-7CC6-1865D49E6F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706" y="1602704"/>
            <a:ext cx="2723976" cy="4654211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11490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D0C01-8791-6DC4-C407-A981CE305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15A54AC-4BF0-FFB6-A429-0279F40B2B12}"/>
              </a:ext>
            </a:extLst>
          </p:cNvPr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  <a:endParaRPr kumimoji="1" lang="en" altLang="ko-KR" sz="1200" dirty="0">
              <a:solidFill>
                <a:schemeClr val="bg2">
                  <a:lumMod val="50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F111B2-A188-37F7-39C2-9DD008338786}"/>
              </a:ext>
            </a:extLst>
          </p:cNvPr>
          <p:cNvSpPr txBox="1"/>
          <p:nvPr/>
        </p:nvSpPr>
        <p:spPr>
          <a:xfrm>
            <a:off x="553951" y="757240"/>
            <a:ext cx="8385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b="1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파싱 결과 케이스 스터디 </a:t>
            </a:r>
            <a:r>
              <a:rPr kumimoji="1" lang="en-US" altLang="ko-KR" sz="3200" b="1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KIE</a:t>
            </a:r>
            <a:endParaRPr kumimoji="1" lang="ko-KR" altLang="en-US" sz="3200" b="1" i="0" dirty="0">
              <a:solidFill>
                <a:srgbClr val="14141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B47CEA-1D24-57EE-2EFD-00977C908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5619614-C6F5-E22A-4CF0-A92F62C31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33" y="1342015"/>
            <a:ext cx="3686175" cy="4914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04220F-490F-01B9-D55C-D1987098C8E1}"/>
              </a:ext>
            </a:extLst>
          </p:cNvPr>
          <p:cNvSpPr txBox="1"/>
          <p:nvPr/>
        </p:nvSpPr>
        <p:spPr>
          <a:xfrm>
            <a:off x="8024449" y="1342015"/>
            <a:ext cx="39274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{</a:t>
            </a:r>
          </a:p>
          <a:p>
            <a:r>
              <a:rPr lang="en-US" altLang="ko-KR" sz="1200" dirty="0"/>
              <a:t>  "General": {</a:t>
            </a:r>
          </a:p>
          <a:p>
            <a:r>
              <a:rPr lang="en-US" altLang="ko-KR" sz="1200" dirty="0"/>
              <a:t>    "</a:t>
            </a:r>
            <a:r>
              <a:rPr lang="en-US" altLang="ko-KR" sz="1200" dirty="0" err="1"/>
              <a:t>store_name</a:t>
            </a:r>
            <a:r>
              <a:rPr lang="en-US" altLang="ko-KR" sz="1200" dirty="0"/>
              <a:t>": "(</a:t>
            </a:r>
            <a:r>
              <a:rPr lang="ko-KR" altLang="en-US" sz="1200" dirty="0"/>
              <a:t>주</a:t>
            </a:r>
            <a:r>
              <a:rPr lang="en-US" altLang="ko-KR" sz="1200" dirty="0"/>
              <a:t>)</a:t>
            </a:r>
            <a:r>
              <a:rPr lang="ko-KR" altLang="en-US" sz="1200" dirty="0"/>
              <a:t>현대백화점 압구정본점</a:t>
            </a:r>
            <a:r>
              <a:rPr lang="en-US" altLang="ko-KR" sz="1200" dirty="0"/>
              <a:t>",</a:t>
            </a:r>
          </a:p>
          <a:p>
            <a:r>
              <a:rPr lang="en-US" altLang="ko-KR" sz="1200" dirty="0"/>
              <a:t>    "</a:t>
            </a:r>
            <a:r>
              <a:rPr lang="en-US" altLang="ko-KR" sz="1200" dirty="0" err="1"/>
              <a:t>store_address</a:t>
            </a:r>
            <a:r>
              <a:rPr lang="en-US" altLang="ko-KR" sz="1200" dirty="0"/>
              <a:t>": "</a:t>
            </a:r>
            <a:r>
              <a:rPr lang="ko-KR" altLang="en-US" sz="1200" dirty="0"/>
              <a:t>강남구 </a:t>
            </a:r>
            <a:r>
              <a:rPr lang="ko-KR" altLang="en-US" sz="1200" dirty="0" err="1"/>
              <a:t>압구정로</a:t>
            </a:r>
            <a:r>
              <a:rPr lang="ko-KR" altLang="en-US" sz="1200" dirty="0"/>
              <a:t> </a:t>
            </a:r>
            <a:r>
              <a:rPr lang="en-US" altLang="ko-KR" sz="1200" dirty="0"/>
              <a:t>165",</a:t>
            </a:r>
          </a:p>
          <a:p>
            <a:r>
              <a:rPr lang="en-US" altLang="ko-KR" sz="1200" dirty="0"/>
              <a:t>    "</a:t>
            </a:r>
            <a:r>
              <a:rPr lang="en-US" altLang="ko-KR" sz="1200" dirty="0" err="1"/>
              <a:t>transaction_date</a:t>
            </a:r>
            <a:r>
              <a:rPr lang="en-US" altLang="ko-KR" sz="1200" dirty="0"/>
              <a:t>": "2025-07-12",</a:t>
            </a:r>
          </a:p>
          <a:p>
            <a:r>
              <a:rPr lang="en-US" altLang="ko-KR" sz="1200" dirty="0"/>
              <a:t>    "</a:t>
            </a:r>
            <a:r>
              <a:rPr lang="en-US" altLang="ko-KR" sz="1200" dirty="0" err="1"/>
              <a:t>transaction_time</a:t>
            </a:r>
            <a:r>
              <a:rPr lang="en-US" altLang="ko-KR" sz="1200" dirty="0"/>
              <a:t>": "17:48:46",</a:t>
            </a:r>
          </a:p>
          <a:p>
            <a:r>
              <a:rPr lang="en-US" altLang="ko-KR" sz="1200" dirty="0"/>
              <a:t>    "</a:t>
            </a:r>
            <a:r>
              <a:rPr lang="en-US" altLang="ko-KR" sz="1200" dirty="0" err="1"/>
              <a:t>approval_code</a:t>
            </a:r>
            <a:r>
              <a:rPr lang="en-US" altLang="ko-KR" sz="1200" dirty="0"/>
              <a:t>": "360041098",</a:t>
            </a:r>
          </a:p>
          <a:p>
            <a:r>
              <a:rPr lang="en-US" altLang="ko-KR" sz="1200" dirty="0"/>
              <a:t>    "</a:t>
            </a:r>
            <a:r>
              <a:rPr lang="en-US" altLang="ko-KR" sz="1200" dirty="0" err="1"/>
              <a:t>tax_price</a:t>
            </a:r>
            <a:r>
              <a:rPr lang="en-US" altLang="ko-KR" sz="1200" dirty="0"/>
              <a:t>": 3455,</a:t>
            </a:r>
          </a:p>
          <a:p>
            <a:r>
              <a:rPr lang="en-US" altLang="ko-KR" sz="1200" dirty="0"/>
              <a:t>    "</a:t>
            </a:r>
            <a:r>
              <a:rPr lang="en-US" altLang="ko-KR" sz="1200" dirty="0" err="1"/>
              <a:t>total_charged_price</a:t>
            </a:r>
            <a:r>
              <a:rPr lang="en-US" altLang="ko-KR" sz="1200" dirty="0"/>
              <a:t>": 38000,</a:t>
            </a:r>
          </a:p>
          <a:p>
            <a:r>
              <a:rPr lang="en-US" altLang="ko-KR" sz="1200" dirty="0"/>
              <a:t>    "currency": "KRW"</a:t>
            </a:r>
          </a:p>
          <a:p>
            <a:r>
              <a:rPr lang="en-US" altLang="ko-KR" sz="1200" dirty="0"/>
              <a:t>  },</a:t>
            </a:r>
          </a:p>
          <a:p>
            <a:r>
              <a:rPr lang="en-US" altLang="ko-KR" sz="1200" dirty="0"/>
              <a:t>  "Table": [</a:t>
            </a:r>
          </a:p>
          <a:p>
            <a:r>
              <a:rPr lang="en-US" altLang="ko-KR" sz="1200" dirty="0"/>
              <a:t>    {</a:t>
            </a:r>
          </a:p>
          <a:p>
            <a:r>
              <a:rPr lang="en-US" altLang="ko-KR" sz="1200" dirty="0"/>
              <a:t>      "</a:t>
            </a:r>
            <a:r>
              <a:rPr lang="en-US" altLang="ko-KR" sz="1200" dirty="0" err="1"/>
              <a:t>product_name</a:t>
            </a:r>
            <a:r>
              <a:rPr lang="en-US" altLang="ko-KR" sz="1200" dirty="0"/>
              <a:t>": </a:t>
            </a:r>
            <a:r>
              <a:rPr lang="en-US" altLang="ko-KR" sz="1200" dirty="0">
                <a:solidFill>
                  <a:srgbClr val="FF0000"/>
                </a:solidFill>
              </a:rPr>
              <a:t>"</a:t>
            </a:r>
            <a:r>
              <a:rPr lang="ko-KR" altLang="en-US" sz="1200" dirty="0">
                <a:solidFill>
                  <a:srgbClr val="FF0000"/>
                </a:solidFill>
              </a:rPr>
              <a:t>스페셜 </a:t>
            </a:r>
            <a:r>
              <a:rPr lang="ko-KR" altLang="en-US" sz="1200" dirty="0" err="1">
                <a:solidFill>
                  <a:srgbClr val="FF0000"/>
                </a:solidFill>
              </a:rPr>
              <a:t>화이트덤바</a:t>
            </a:r>
            <a:r>
              <a:rPr lang="en-US" altLang="ko-KR" sz="1200" dirty="0"/>
              <a:t>",</a:t>
            </a:r>
          </a:p>
          <a:p>
            <a:r>
              <a:rPr lang="en-US" altLang="ko-KR" sz="1200" dirty="0"/>
              <a:t>      "</a:t>
            </a:r>
            <a:r>
              <a:rPr lang="en-US" altLang="ko-KR" sz="1200" dirty="0" err="1"/>
              <a:t>product_quantity</a:t>
            </a:r>
            <a:r>
              <a:rPr lang="en-US" altLang="ko-KR" sz="1200" dirty="0"/>
              <a:t>": 1,</a:t>
            </a:r>
          </a:p>
          <a:p>
            <a:r>
              <a:rPr lang="en-US" altLang="ko-KR" sz="1200" dirty="0"/>
              <a:t>      "</a:t>
            </a:r>
            <a:r>
              <a:rPr lang="en-US" altLang="ko-KR" sz="1200" dirty="0" err="1"/>
              <a:t>product_price</a:t>
            </a:r>
            <a:r>
              <a:rPr lang="en-US" altLang="ko-KR" sz="1200" dirty="0"/>
              <a:t>": 20000</a:t>
            </a:r>
          </a:p>
          <a:p>
            <a:r>
              <a:rPr lang="en-US" altLang="ko-KR" sz="1200" dirty="0"/>
              <a:t>    },</a:t>
            </a:r>
          </a:p>
          <a:p>
            <a:r>
              <a:rPr lang="en-US" altLang="ko-KR" sz="1200" dirty="0"/>
              <a:t>    {</a:t>
            </a:r>
          </a:p>
          <a:p>
            <a:r>
              <a:rPr lang="en-US" altLang="ko-KR" sz="1200" dirty="0"/>
              <a:t>      "</a:t>
            </a:r>
            <a:r>
              <a:rPr lang="en-US" altLang="ko-KR" sz="1200" dirty="0" err="1"/>
              <a:t>product_name</a:t>
            </a:r>
            <a:r>
              <a:rPr lang="en-US" altLang="ko-KR" sz="1200" dirty="0"/>
              <a:t>": </a:t>
            </a:r>
            <a:r>
              <a:rPr lang="en-US" altLang="ko-KR" sz="1200" dirty="0">
                <a:solidFill>
                  <a:srgbClr val="FF0000"/>
                </a:solidFill>
              </a:rPr>
              <a:t>"</a:t>
            </a:r>
            <a:r>
              <a:rPr lang="ko-KR" altLang="en-US" sz="1200" dirty="0" err="1">
                <a:solidFill>
                  <a:srgbClr val="FF0000"/>
                </a:solidFill>
              </a:rPr>
              <a:t>하우알버트마르카리라</a:t>
            </a:r>
            <a:r>
              <a:rPr lang="en-US" altLang="ko-KR" sz="1200" dirty="0">
                <a:solidFill>
                  <a:srgbClr val="FF0000"/>
                </a:solidFill>
              </a:rPr>
              <a:t>",</a:t>
            </a:r>
          </a:p>
          <a:p>
            <a:r>
              <a:rPr lang="en-US" altLang="ko-KR" sz="1200" dirty="0"/>
              <a:t>      "</a:t>
            </a:r>
            <a:r>
              <a:rPr lang="en-US" altLang="ko-KR" sz="1200" dirty="0" err="1"/>
              <a:t>product_quantity</a:t>
            </a:r>
            <a:r>
              <a:rPr lang="en-US" altLang="ko-KR" sz="1200" dirty="0"/>
              <a:t>": 1,</a:t>
            </a:r>
          </a:p>
          <a:p>
            <a:r>
              <a:rPr lang="en-US" altLang="ko-KR" sz="1200" dirty="0"/>
              <a:t>      "</a:t>
            </a:r>
            <a:r>
              <a:rPr lang="en-US" altLang="ko-KR" sz="1200" dirty="0" err="1"/>
              <a:t>product_price</a:t>
            </a:r>
            <a:r>
              <a:rPr lang="en-US" altLang="ko-KR" sz="1200" dirty="0"/>
              <a:t>": 18000</a:t>
            </a:r>
          </a:p>
          <a:p>
            <a:r>
              <a:rPr lang="en-US" altLang="ko-KR" sz="1200" dirty="0"/>
              <a:t>    }</a:t>
            </a:r>
          </a:p>
          <a:p>
            <a:r>
              <a:rPr lang="en-US" altLang="ko-KR" sz="1200" dirty="0"/>
              <a:t>  ]</a:t>
            </a:r>
          </a:p>
          <a:p>
            <a:r>
              <a:rPr lang="en-US" altLang="ko-KR" sz="1200" dirty="0"/>
              <a:t>}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5B74BC-3631-3F8A-22EF-372B56EA150E}"/>
              </a:ext>
            </a:extLst>
          </p:cNvPr>
          <p:cNvSpPr txBox="1"/>
          <p:nvPr/>
        </p:nvSpPr>
        <p:spPr>
          <a:xfrm>
            <a:off x="4200008" y="1407916"/>
            <a:ext cx="392740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{</a:t>
            </a:r>
          </a:p>
          <a:p>
            <a:r>
              <a:rPr lang="en-US" altLang="ko-KR" sz="1200" dirty="0"/>
              <a:t>  "General": {</a:t>
            </a:r>
          </a:p>
          <a:p>
            <a:r>
              <a:rPr lang="en-US" altLang="ko-KR" sz="1200" dirty="0"/>
              <a:t>    "</a:t>
            </a:r>
            <a:r>
              <a:rPr lang="en-US" altLang="ko-KR" sz="1200" dirty="0" err="1"/>
              <a:t>store_name</a:t>
            </a:r>
            <a:r>
              <a:rPr lang="en-US" altLang="ko-KR" sz="1200" dirty="0"/>
              <a:t>": "THE HYUNDAI (</a:t>
            </a:r>
            <a:r>
              <a:rPr lang="ko-KR" altLang="en-US" sz="1200" dirty="0"/>
              <a:t>주</a:t>
            </a:r>
            <a:r>
              <a:rPr lang="en-US" altLang="ko-KR" sz="1200" dirty="0"/>
              <a:t>)</a:t>
            </a:r>
            <a:r>
              <a:rPr lang="ko-KR" altLang="en-US" sz="1200" dirty="0"/>
              <a:t>현대백화점 압구정본점</a:t>
            </a:r>
            <a:r>
              <a:rPr lang="en-US" altLang="ko-KR" sz="1200" dirty="0"/>
              <a:t>",</a:t>
            </a:r>
          </a:p>
          <a:p>
            <a:r>
              <a:rPr lang="en-US" altLang="ko-KR" sz="1200" dirty="0"/>
              <a:t>    "</a:t>
            </a:r>
            <a:r>
              <a:rPr lang="en-US" altLang="ko-KR" sz="1200" dirty="0" err="1"/>
              <a:t>store_address</a:t>
            </a:r>
            <a:r>
              <a:rPr lang="en-US" altLang="ko-KR" sz="1200" dirty="0"/>
              <a:t>": "</a:t>
            </a:r>
            <a:r>
              <a:rPr lang="ko-KR" altLang="en-US" sz="1200" dirty="0"/>
              <a:t>강남구 </a:t>
            </a:r>
            <a:r>
              <a:rPr lang="ko-KR" altLang="en-US" sz="1200" dirty="0" err="1"/>
              <a:t>압구정로</a:t>
            </a:r>
            <a:r>
              <a:rPr lang="ko-KR" altLang="en-US" sz="1200" dirty="0"/>
              <a:t> </a:t>
            </a:r>
            <a:r>
              <a:rPr lang="en-US" altLang="ko-KR" sz="1200" dirty="0"/>
              <a:t>165",</a:t>
            </a:r>
          </a:p>
          <a:p>
            <a:r>
              <a:rPr lang="en-US" altLang="ko-KR" sz="1200" dirty="0"/>
              <a:t>    "</a:t>
            </a:r>
            <a:r>
              <a:rPr lang="en-US" altLang="ko-KR" sz="1200" dirty="0" err="1"/>
              <a:t>transaction_date</a:t>
            </a:r>
            <a:r>
              <a:rPr lang="en-US" altLang="ko-KR" sz="1200" dirty="0"/>
              <a:t>": "2025-07-12",</a:t>
            </a:r>
          </a:p>
          <a:p>
            <a:r>
              <a:rPr lang="en-US" altLang="ko-KR" sz="1200" dirty="0"/>
              <a:t>    "</a:t>
            </a:r>
            <a:r>
              <a:rPr lang="en-US" altLang="ko-KR" sz="1200" dirty="0" err="1"/>
              <a:t>transaction_time</a:t>
            </a:r>
            <a:r>
              <a:rPr lang="en-US" altLang="ko-KR" sz="1200" dirty="0"/>
              <a:t>": "17:48:46",</a:t>
            </a:r>
          </a:p>
          <a:p>
            <a:r>
              <a:rPr lang="en-US" altLang="ko-KR" sz="1200" dirty="0"/>
              <a:t>    "</a:t>
            </a:r>
            <a:r>
              <a:rPr lang="en-US" altLang="ko-KR" sz="1200" dirty="0" err="1"/>
              <a:t>approval_code</a:t>
            </a:r>
            <a:r>
              <a:rPr lang="en-US" altLang="ko-KR" sz="1200" dirty="0"/>
              <a:t>": "360041098",</a:t>
            </a:r>
          </a:p>
          <a:p>
            <a:r>
              <a:rPr lang="en-US" altLang="ko-KR" sz="1200" dirty="0"/>
              <a:t>    "</a:t>
            </a:r>
            <a:r>
              <a:rPr lang="en-US" altLang="ko-KR" sz="1200" dirty="0" err="1"/>
              <a:t>tax_price</a:t>
            </a:r>
            <a:r>
              <a:rPr lang="en-US" altLang="ko-KR" sz="1200" dirty="0"/>
              <a:t>": 3455,</a:t>
            </a:r>
          </a:p>
          <a:p>
            <a:r>
              <a:rPr lang="en-US" altLang="ko-KR" sz="1200" dirty="0"/>
              <a:t>    "</a:t>
            </a:r>
            <a:r>
              <a:rPr lang="en-US" altLang="ko-KR" sz="1200" dirty="0" err="1"/>
              <a:t>total_charged_price</a:t>
            </a:r>
            <a:r>
              <a:rPr lang="en-US" altLang="ko-KR" sz="1200" dirty="0"/>
              <a:t>": 38000,</a:t>
            </a:r>
          </a:p>
          <a:p>
            <a:r>
              <a:rPr lang="en-US" altLang="ko-KR" sz="1200" dirty="0"/>
              <a:t>    "currency": "KRW"</a:t>
            </a:r>
          </a:p>
          <a:p>
            <a:r>
              <a:rPr lang="en-US" altLang="ko-KR" sz="1200" dirty="0"/>
              <a:t>  },</a:t>
            </a:r>
          </a:p>
          <a:p>
            <a:r>
              <a:rPr lang="en-US" altLang="ko-KR" sz="1200" dirty="0"/>
              <a:t>  "Table": [</a:t>
            </a:r>
          </a:p>
          <a:p>
            <a:r>
              <a:rPr lang="en-US" altLang="ko-KR" sz="1200" dirty="0"/>
              <a:t>    {</a:t>
            </a:r>
          </a:p>
          <a:p>
            <a:r>
              <a:rPr lang="en-US" altLang="ko-KR" sz="1200" dirty="0"/>
              <a:t>      "</a:t>
            </a:r>
            <a:r>
              <a:rPr lang="en-US" altLang="ko-KR" sz="1200" dirty="0" err="1"/>
              <a:t>product_name</a:t>
            </a:r>
            <a:r>
              <a:rPr lang="en-US" altLang="ko-KR" sz="1200" dirty="0"/>
              <a:t>": "</a:t>
            </a:r>
            <a:r>
              <a:rPr lang="ko-KR" altLang="en-US" sz="1200" dirty="0">
                <a:solidFill>
                  <a:schemeClr val="accent6"/>
                </a:solidFill>
              </a:rPr>
              <a:t>스페셜 </a:t>
            </a:r>
            <a:r>
              <a:rPr lang="ko-KR" altLang="en-US" sz="1200" dirty="0" err="1">
                <a:solidFill>
                  <a:schemeClr val="accent6"/>
                </a:solidFill>
              </a:rPr>
              <a:t>활</a:t>
            </a:r>
            <a:r>
              <a:rPr lang="ko-KR" altLang="en-US" sz="1200" dirty="0" err="1">
                <a:solidFill>
                  <a:srgbClr val="FF0000"/>
                </a:solidFill>
              </a:rPr>
              <a:t>이</a:t>
            </a:r>
            <a:r>
              <a:rPr lang="ko-KR" altLang="en-US" sz="1200" dirty="0" err="1">
                <a:solidFill>
                  <a:schemeClr val="accent6"/>
                </a:solidFill>
              </a:rPr>
              <a:t>회덮밥</a:t>
            </a:r>
            <a:r>
              <a:rPr lang="en-US" altLang="ko-KR" sz="1200" dirty="0"/>
              <a:t>",</a:t>
            </a:r>
          </a:p>
          <a:p>
            <a:r>
              <a:rPr lang="en-US" altLang="ko-KR" sz="1200" dirty="0"/>
              <a:t>      "</a:t>
            </a:r>
            <a:r>
              <a:rPr lang="en-US" altLang="ko-KR" sz="1200" dirty="0" err="1"/>
              <a:t>product_quantity</a:t>
            </a:r>
            <a:r>
              <a:rPr lang="en-US" altLang="ko-KR" sz="1200" dirty="0"/>
              <a:t>": 1,</a:t>
            </a:r>
          </a:p>
          <a:p>
            <a:r>
              <a:rPr lang="en-US" altLang="ko-KR" sz="1200" dirty="0"/>
              <a:t>      "</a:t>
            </a:r>
            <a:r>
              <a:rPr lang="en-US" altLang="ko-KR" sz="1200" dirty="0" err="1"/>
              <a:t>product_price</a:t>
            </a:r>
            <a:r>
              <a:rPr lang="en-US" altLang="ko-KR" sz="1200" dirty="0"/>
              <a:t>": 20000</a:t>
            </a:r>
          </a:p>
          <a:p>
            <a:r>
              <a:rPr lang="en-US" altLang="ko-KR" sz="1200" dirty="0"/>
              <a:t>    },</a:t>
            </a:r>
          </a:p>
          <a:p>
            <a:r>
              <a:rPr lang="en-US" altLang="ko-KR" sz="1200" dirty="0"/>
              <a:t>    {</a:t>
            </a:r>
          </a:p>
          <a:p>
            <a:r>
              <a:rPr lang="en-US" altLang="ko-KR" sz="1200" dirty="0"/>
              <a:t>      "</a:t>
            </a:r>
            <a:r>
              <a:rPr lang="en-US" altLang="ko-KR" sz="1200" dirty="0" err="1"/>
              <a:t>product_name</a:t>
            </a:r>
            <a:r>
              <a:rPr lang="en-US" altLang="ko-KR" sz="1200" dirty="0"/>
              <a:t>": </a:t>
            </a:r>
            <a:r>
              <a:rPr lang="en-US" altLang="ko-KR" sz="1200" dirty="0">
                <a:solidFill>
                  <a:schemeClr val="accent6"/>
                </a:solidFill>
              </a:rPr>
              <a:t>"</a:t>
            </a:r>
            <a:r>
              <a:rPr lang="ko-KR" altLang="en-US" sz="1200" dirty="0" err="1">
                <a:solidFill>
                  <a:schemeClr val="accent6"/>
                </a:solidFill>
              </a:rPr>
              <a:t>한우합박토마토커리라이스</a:t>
            </a:r>
            <a:r>
              <a:rPr lang="en-US" altLang="ko-KR" sz="1200" dirty="0">
                <a:solidFill>
                  <a:schemeClr val="accent6"/>
                </a:solidFill>
              </a:rPr>
              <a:t>",</a:t>
            </a:r>
          </a:p>
          <a:p>
            <a:r>
              <a:rPr lang="en-US" altLang="ko-KR" sz="1200" dirty="0"/>
              <a:t>      "</a:t>
            </a:r>
            <a:r>
              <a:rPr lang="en-US" altLang="ko-KR" sz="1200" dirty="0" err="1"/>
              <a:t>product_quantity</a:t>
            </a:r>
            <a:r>
              <a:rPr lang="en-US" altLang="ko-KR" sz="1200" dirty="0"/>
              <a:t>": 1,</a:t>
            </a:r>
          </a:p>
          <a:p>
            <a:r>
              <a:rPr lang="en-US" altLang="ko-KR" sz="1200" dirty="0"/>
              <a:t>      "</a:t>
            </a:r>
            <a:r>
              <a:rPr lang="en-US" altLang="ko-KR" sz="1200" dirty="0" err="1"/>
              <a:t>product_price</a:t>
            </a:r>
            <a:r>
              <a:rPr lang="en-US" altLang="ko-KR" sz="1200" dirty="0"/>
              <a:t>": 18000</a:t>
            </a:r>
          </a:p>
          <a:p>
            <a:r>
              <a:rPr lang="en-US" altLang="ko-KR" sz="1200" dirty="0"/>
              <a:t>    }</a:t>
            </a:r>
          </a:p>
          <a:p>
            <a:r>
              <a:rPr lang="en-US" altLang="ko-KR" sz="1200" dirty="0"/>
              <a:t>  ]</a:t>
            </a:r>
          </a:p>
          <a:p>
            <a:r>
              <a:rPr lang="en-US" altLang="ko-KR" sz="1200" dirty="0"/>
              <a:t>}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3EF812-C94B-A965-04F6-4D9E7A280D1E}"/>
              </a:ext>
            </a:extLst>
          </p:cNvPr>
          <p:cNvSpPr txBox="1"/>
          <p:nvPr/>
        </p:nvSpPr>
        <p:spPr>
          <a:xfrm>
            <a:off x="5844688" y="1342015"/>
            <a:ext cx="9761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Ours</a:t>
            </a:r>
            <a:endParaRPr lang="ko-Kore-KR" altLang="en-US" sz="1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D69606-D7E9-50E4-31C0-9F5B86AD0E24}"/>
              </a:ext>
            </a:extLst>
          </p:cNvPr>
          <p:cNvSpPr txBox="1"/>
          <p:nvPr/>
        </p:nvSpPr>
        <p:spPr>
          <a:xfrm>
            <a:off x="9510420" y="1342015"/>
            <a:ext cx="9761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GPT</a:t>
            </a:r>
            <a:endParaRPr lang="ko-Kore-KR" altLang="en-US" sz="1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5452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AB579-5192-3E90-C25C-6C08B40D1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09503E2-1F28-DF43-6780-6610CA63EA08}"/>
              </a:ext>
            </a:extLst>
          </p:cNvPr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  <a:endParaRPr kumimoji="1" lang="en" altLang="ko-KR" sz="1200" dirty="0">
              <a:solidFill>
                <a:schemeClr val="bg2">
                  <a:lumMod val="50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1955F0-635F-8E41-9573-E9A8BA45C6C0}"/>
              </a:ext>
            </a:extLst>
          </p:cNvPr>
          <p:cNvSpPr txBox="1"/>
          <p:nvPr/>
        </p:nvSpPr>
        <p:spPr>
          <a:xfrm>
            <a:off x="553951" y="757240"/>
            <a:ext cx="8385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b="1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파싱 결과 케이스 스터디 </a:t>
            </a:r>
            <a:r>
              <a:rPr kumimoji="1" lang="en-US" altLang="ko-KR" sz="3200" b="1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1" lang="ko-KR" altLang="en-US" sz="3200" b="1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파싱</a:t>
            </a:r>
            <a:endParaRPr kumimoji="1" lang="ko-KR" altLang="en-US" sz="3200" b="1" i="0" dirty="0">
              <a:solidFill>
                <a:srgbClr val="14141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9A592F-99C4-3C47-622F-431B8693C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60C603F-A771-E000-1D2E-94391AE90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90" y="1788077"/>
            <a:ext cx="4257675" cy="42576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F3BE321-4EA7-F668-ED00-DD735F0AEC54}"/>
              </a:ext>
            </a:extLst>
          </p:cNvPr>
          <p:cNvSpPr txBox="1"/>
          <p:nvPr/>
        </p:nvSpPr>
        <p:spPr>
          <a:xfrm>
            <a:off x="5844688" y="1342015"/>
            <a:ext cx="9761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Ours</a:t>
            </a:r>
            <a:endParaRPr lang="ko-Kore-KR" altLang="en-US" sz="1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8F4989-A806-2201-94D5-573B57892927}"/>
              </a:ext>
            </a:extLst>
          </p:cNvPr>
          <p:cNvSpPr txBox="1"/>
          <p:nvPr/>
        </p:nvSpPr>
        <p:spPr>
          <a:xfrm>
            <a:off x="9510420" y="1342015"/>
            <a:ext cx="9761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GPT</a:t>
            </a:r>
            <a:endParaRPr lang="ko-Kore-KR" altLang="en-US" sz="1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2473B21-F284-8F60-B7E2-8D68A588FC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4199" y="1788077"/>
            <a:ext cx="2677140" cy="449250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A07CB78-85A1-BBA6-081A-B4D744CE1A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333" y="1632777"/>
            <a:ext cx="2880336" cy="456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18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5D22B-20DA-F914-E4FE-421882E71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70A19E5-8B39-26B8-0C60-B3A3679A2F3D}"/>
              </a:ext>
            </a:extLst>
          </p:cNvPr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  <a:endParaRPr kumimoji="1" lang="en" altLang="ko-KR" sz="1200" dirty="0">
              <a:solidFill>
                <a:schemeClr val="bg2">
                  <a:lumMod val="50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FE7A3F-C181-2B26-8086-A7D77C41B9C5}"/>
              </a:ext>
            </a:extLst>
          </p:cNvPr>
          <p:cNvSpPr txBox="1"/>
          <p:nvPr/>
        </p:nvSpPr>
        <p:spPr>
          <a:xfrm>
            <a:off x="553951" y="757240"/>
            <a:ext cx="8385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b="1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파싱 결과 케이스 스터디 </a:t>
            </a:r>
            <a:r>
              <a:rPr kumimoji="1" lang="en-US" altLang="ko-KR" sz="3200" b="1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KIE</a:t>
            </a:r>
            <a:endParaRPr kumimoji="1" lang="ko-KR" altLang="en-US" sz="3200" b="1" i="0" dirty="0">
              <a:solidFill>
                <a:srgbClr val="14141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84612CA-C2AE-91ED-3BDE-88D4F3ECA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420263E-69D8-F8DD-1D4B-5CE1ED803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90" y="1788077"/>
            <a:ext cx="4257675" cy="42576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A2132D-AE3E-E52C-C00A-2F1D52ED0AD8}"/>
              </a:ext>
            </a:extLst>
          </p:cNvPr>
          <p:cNvSpPr txBox="1"/>
          <p:nvPr/>
        </p:nvSpPr>
        <p:spPr>
          <a:xfrm>
            <a:off x="8264592" y="1474048"/>
            <a:ext cx="392740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{</a:t>
            </a:r>
          </a:p>
          <a:p>
            <a:r>
              <a:rPr lang="en-US" altLang="ko-KR" sz="1600" dirty="0"/>
              <a:t>  "General": {</a:t>
            </a:r>
          </a:p>
          <a:p>
            <a:r>
              <a:rPr lang="en-US" altLang="ko-KR" sz="1600" dirty="0"/>
              <a:t>    "</a:t>
            </a:r>
            <a:r>
              <a:rPr lang="en-US" altLang="ko-KR" sz="1600" dirty="0" err="1"/>
              <a:t>store_name</a:t>
            </a:r>
            <a:r>
              <a:rPr lang="en-US" altLang="ko-KR" sz="1600" dirty="0"/>
              <a:t>": "</a:t>
            </a:r>
            <a:r>
              <a:rPr lang="ko-KR" altLang="en-US" sz="1600" dirty="0" err="1"/>
              <a:t>엘마트</a:t>
            </a:r>
            <a:r>
              <a:rPr lang="en-US" altLang="ko-KR" sz="1600" dirty="0"/>
              <a:t>",</a:t>
            </a:r>
          </a:p>
          <a:p>
            <a:r>
              <a:rPr lang="en-US" altLang="ko-KR" sz="1600" dirty="0"/>
              <a:t>    "</a:t>
            </a:r>
            <a:r>
              <a:rPr lang="en-US" altLang="ko-KR" sz="1600" dirty="0" err="1"/>
              <a:t>store_address</a:t>
            </a:r>
            <a:r>
              <a:rPr lang="en-US" altLang="ko-KR" sz="1600" dirty="0"/>
              <a:t>": "</a:t>
            </a:r>
            <a:r>
              <a:rPr lang="ko-KR" altLang="en-US" sz="1600" dirty="0"/>
              <a:t>서울 영등포구 </a:t>
            </a:r>
            <a:r>
              <a:rPr lang="ko-KR" altLang="en-US" sz="1600" dirty="0" err="1"/>
              <a:t>대림로</a:t>
            </a:r>
            <a:r>
              <a:rPr lang="en-US" altLang="ko-KR" sz="1600" dirty="0"/>
              <a:t>29</a:t>
            </a:r>
            <a:r>
              <a:rPr lang="ko-KR" altLang="en-US" sz="1600" dirty="0"/>
              <a:t>길 </a:t>
            </a:r>
            <a:r>
              <a:rPr lang="en-US" altLang="ko-KR" sz="1600" dirty="0"/>
              <a:t>13 1</a:t>
            </a:r>
            <a:r>
              <a:rPr lang="ko-KR" altLang="en-US" sz="1600" dirty="0"/>
              <a:t>층</a:t>
            </a:r>
            <a:r>
              <a:rPr lang="en-US" altLang="ko-KR" sz="1600" dirty="0"/>
              <a:t>(</a:t>
            </a:r>
            <a:r>
              <a:rPr lang="ko-KR" altLang="en-US" sz="1600" dirty="0"/>
              <a:t>대림동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쌍용플래티넘</a:t>
            </a:r>
            <a:r>
              <a:rPr lang="en-US" altLang="ko-KR" sz="1600" dirty="0"/>
              <a:t>-</a:t>
            </a:r>
            <a:r>
              <a:rPr lang="ko-KR" altLang="en-US" sz="1600" dirty="0" err="1"/>
              <a:t>에스</a:t>
            </a:r>
            <a:r>
              <a:rPr lang="ko-KR" altLang="en-US" sz="1600" dirty="0"/>
              <a:t> </a:t>
            </a:r>
            <a:r>
              <a:rPr lang="en-US" altLang="ko-KR" sz="1600" dirty="0"/>
              <a:t>112</a:t>
            </a:r>
            <a:r>
              <a:rPr lang="ko-KR" altLang="en-US" sz="1600" dirty="0"/>
              <a:t>호</a:t>
            </a:r>
            <a:r>
              <a:rPr lang="en-US" altLang="ko-KR" sz="1600" dirty="0"/>
              <a:t>~121</a:t>
            </a:r>
            <a:r>
              <a:rPr lang="ko-KR" altLang="en-US" sz="1600" dirty="0"/>
              <a:t>호</a:t>
            </a:r>
            <a:r>
              <a:rPr lang="en-US" altLang="ko-KR" sz="1600" dirty="0"/>
              <a:t>)",</a:t>
            </a:r>
          </a:p>
          <a:p>
            <a:r>
              <a:rPr lang="en-US" altLang="ko-KR" sz="1600" dirty="0"/>
              <a:t>    "</a:t>
            </a:r>
            <a:r>
              <a:rPr lang="en-US" altLang="ko-KR" sz="1600" dirty="0" err="1"/>
              <a:t>transaction_date</a:t>
            </a:r>
            <a:r>
              <a:rPr lang="en-US" altLang="ko-KR" sz="1600" dirty="0"/>
              <a:t>": "2024-08-19",</a:t>
            </a:r>
          </a:p>
          <a:p>
            <a:r>
              <a:rPr lang="en-US" altLang="ko-KR" sz="1600" dirty="0"/>
              <a:t>    "</a:t>
            </a:r>
            <a:r>
              <a:rPr lang="en-US" altLang="ko-KR" sz="1600" dirty="0" err="1"/>
              <a:t>transaction_time</a:t>
            </a:r>
            <a:r>
              <a:rPr lang="en-US" altLang="ko-KR" sz="1600" dirty="0"/>
              <a:t>": "09:15",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    "</a:t>
            </a:r>
            <a:r>
              <a:rPr lang="en-US" altLang="ko-KR" sz="1600" dirty="0" err="1">
                <a:solidFill>
                  <a:srgbClr val="FF0000"/>
                </a:solidFill>
              </a:rPr>
              <a:t>approval_code</a:t>
            </a:r>
            <a:r>
              <a:rPr lang="en-US" altLang="ko-KR" sz="1600" dirty="0">
                <a:solidFill>
                  <a:srgbClr val="FF0000"/>
                </a:solidFill>
              </a:rPr>
              <a:t>": null,</a:t>
            </a:r>
          </a:p>
          <a:p>
            <a:r>
              <a:rPr lang="en-US" altLang="ko-KR" sz="1600" dirty="0"/>
              <a:t>    "</a:t>
            </a:r>
            <a:r>
              <a:rPr lang="en-US" altLang="ko-KR" sz="1600" dirty="0" err="1"/>
              <a:t>tax_price</a:t>
            </a:r>
            <a:r>
              <a:rPr lang="en-US" altLang="ko-KR" sz="1600" dirty="0"/>
              <a:t>": null,</a:t>
            </a:r>
          </a:p>
          <a:p>
            <a:r>
              <a:rPr lang="en-US" altLang="ko-KR" sz="1600" dirty="0"/>
              <a:t>    "</a:t>
            </a:r>
            <a:r>
              <a:rPr lang="en-US" altLang="ko-KR" sz="1600" dirty="0" err="1"/>
              <a:t>total_charged_price</a:t>
            </a:r>
            <a:r>
              <a:rPr lang="en-US" altLang="ko-KR" sz="1600" dirty="0"/>
              <a:t>": 33000,</a:t>
            </a:r>
          </a:p>
          <a:p>
            <a:r>
              <a:rPr lang="en-US" altLang="ko-KR" sz="1600" dirty="0"/>
              <a:t>    "currency": "KRW"</a:t>
            </a:r>
          </a:p>
          <a:p>
            <a:r>
              <a:rPr lang="en-US" altLang="ko-KR" sz="1600" dirty="0"/>
              <a:t>  },</a:t>
            </a:r>
          </a:p>
          <a:p>
            <a:r>
              <a:rPr lang="en-US" altLang="ko-KR" sz="1600" dirty="0"/>
              <a:t>  "Table": [</a:t>
            </a:r>
          </a:p>
          <a:p>
            <a:r>
              <a:rPr lang="en-US" altLang="ko-KR" sz="1600" dirty="0"/>
              <a:t>    {</a:t>
            </a:r>
          </a:p>
          <a:p>
            <a:r>
              <a:rPr lang="en-US" altLang="ko-KR" sz="1600" dirty="0"/>
              <a:t>      "</a:t>
            </a:r>
            <a:r>
              <a:rPr lang="en-US" altLang="ko-KR" sz="1600" dirty="0" err="1"/>
              <a:t>product_name</a:t>
            </a:r>
            <a:r>
              <a:rPr lang="en-US" altLang="ko-KR" sz="1600" dirty="0"/>
              <a:t>": "</a:t>
            </a:r>
            <a:r>
              <a:rPr lang="ko-KR" altLang="en-US" sz="1600" dirty="0"/>
              <a:t>배추</a:t>
            </a:r>
            <a:r>
              <a:rPr lang="en-US" altLang="ko-KR" sz="1600" dirty="0"/>
              <a:t>(</a:t>
            </a:r>
            <a:r>
              <a:rPr lang="ko-KR" altLang="en-US" sz="1600" dirty="0"/>
              <a:t>특대</a:t>
            </a:r>
            <a:r>
              <a:rPr lang="en-US" altLang="ko-KR" sz="1600" dirty="0"/>
              <a:t>) 1</a:t>
            </a:r>
            <a:r>
              <a:rPr lang="ko-KR" altLang="en-US" sz="1600" dirty="0"/>
              <a:t>망</a:t>
            </a:r>
            <a:r>
              <a:rPr lang="en-US" altLang="ko-KR" sz="1600" dirty="0"/>
              <a:t>",</a:t>
            </a:r>
          </a:p>
          <a:p>
            <a:r>
              <a:rPr lang="en-US" altLang="ko-KR" sz="1600" dirty="0"/>
              <a:t>      "</a:t>
            </a:r>
            <a:r>
              <a:rPr lang="en-US" altLang="ko-KR" sz="1600" dirty="0" err="1"/>
              <a:t>product_quantity</a:t>
            </a:r>
            <a:r>
              <a:rPr lang="en-US" altLang="ko-KR" sz="1600" dirty="0"/>
              <a:t>": 1,</a:t>
            </a:r>
          </a:p>
          <a:p>
            <a:r>
              <a:rPr lang="en-US" altLang="ko-KR" sz="1600" dirty="0"/>
              <a:t>      "</a:t>
            </a:r>
            <a:r>
              <a:rPr lang="en-US" altLang="ko-KR" sz="1600" dirty="0" err="1"/>
              <a:t>product_price</a:t>
            </a:r>
            <a:r>
              <a:rPr lang="en-US" altLang="ko-KR" sz="1600" dirty="0"/>
              <a:t>": 33000</a:t>
            </a:r>
          </a:p>
          <a:p>
            <a:r>
              <a:rPr lang="en-US" altLang="ko-KR" sz="1600" dirty="0"/>
              <a:t>    }</a:t>
            </a:r>
          </a:p>
          <a:p>
            <a:r>
              <a:rPr lang="en-US" altLang="ko-KR" sz="1600" dirty="0"/>
              <a:t>  ]</a:t>
            </a:r>
          </a:p>
          <a:p>
            <a:r>
              <a:rPr lang="en-US" altLang="ko-KR" sz="1600" dirty="0"/>
              <a:t>}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910D04-C43B-BFEC-B3C0-E276DD030C0A}"/>
              </a:ext>
            </a:extLst>
          </p:cNvPr>
          <p:cNvSpPr txBox="1"/>
          <p:nvPr/>
        </p:nvSpPr>
        <p:spPr>
          <a:xfrm>
            <a:off x="4369065" y="1474048"/>
            <a:ext cx="392740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{</a:t>
            </a:r>
          </a:p>
          <a:p>
            <a:r>
              <a:rPr lang="en-US" altLang="ko-KR" sz="1600" dirty="0"/>
              <a:t>  "General": {</a:t>
            </a:r>
          </a:p>
          <a:p>
            <a:r>
              <a:rPr lang="en-US" altLang="ko-KR" sz="1600" dirty="0"/>
              <a:t>    "</a:t>
            </a:r>
            <a:r>
              <a:rPr lang="en-US" altLang="ko-KR" sz="1600" dirty="0" err="1"/>
              <a:t>store_name</a:t>
            </a:r>
            <a:r>
              <a:rPr lang="en-US" altLang="ko-KR" sz="1600" dirty="0"/>
              <a:t>": "</a:t>
            </a:r>
            <a:r>
              <a:rPr lang="ko-KR" altLang="en-US" sz="1600" dirty="0" err="1"/>
              <a:t>엘마트</a:t>
            </a:r>
            <a:r>
              <a:rPr lang="en-US" altLang="ko-KR" sz="1600" dirty="0"/>
              <a:t>",</a:t>
            </a:r>
          </a:p>
          <a:p>
            <a:r>
              <a:rPr lang="en-US" altLang="ko-KR" sz="1600" dirty="0"/>
              <a:t>    "</a:t>
            </a:r>
            <a:r>
              <a:rPr lang="en-US" altLang="ko-KR" sz="1600" dirty="0" err="1"/>
              <a:t>store_address</a:t>
            </a:r>
            <a:r>
              <a:rPr lang="en-US" altLang="ko-KR" sz="1600" dirty="0"/>
              <a:t>": "</a:t>
            </a:r>
            <a:r>
              <a:rPr lang="ko-KR" altLang="en-US" sz="1600" dirty="0"/>
              <a:t>서울 영등포구 </a:t>
            </a:r>
            <a:r>
              <a:rPr lang="ko-KR" altLang="en-US" sz="1600" dirty="0" err="1"/>
              <a:t>대림로</a:t>
            </a:r>
            <a:r>
              <a:rPr lang="en-US" altLang="ko-KR" sz="1600" dirty="0"/>
              <a:t>29</a:t>
            </a:r>
            <a:r>
              <a:rPr lang="ko-KR" altLang="en-US" sz="1600" dirty="0"/>
              <a:t>길 </a:t>
            </a:r>
            <a:r>
              <a:rPr lang="en-US" altLang="ko-KR" sz="1600" dirty="0"/>
              <a:t>13 112(</a:t>
            </a:r>
            <a:r>
              <a:rPr lang="ko-KR" altLang="en-US" sz="1600" dirty="0"/>
              <a:t>대림동</a:t>
            </a:r>
            <a:r>
              <a:rPr lang="en-US" altLang="ko-KR" sz="1600" dirty="0"/>
              <a:t>,</a:t>
            </a:r>
            <a:r>
              <a:rPr lang="ko-KR" altLang="en-US" sz="1600" dirty="0" err="1"/>
              <a:t>쌍용플래티넘</a:t>
            </a:r>
            <a:r>
              <a:rPr lang="en-US" altLang="ko-KR" sz="1600" dirty="0"/>
              <a:t>-</a:t>
            </a:r>
            <a:r>
              <a:rPr lang="ko-KR" altLang="en-US" sz="1600" dirty="0" err="1"/>
              <a:t>에스</a:t>
            </a:r>
            <a:r>
              <a:rPr lang="en-US" altLang="ko-KR" sz="1600" dirty="0"/>
              <a:t>112</a:t>
            </a:r>
            <a:r>
              <a:rPr lang="ko-KR" altLang="en-US" sz="1600" dirty="0"/>
              <a:t>호</a:t>
            </a:r>
            <a:r>
              <a:rPr lang="en-US" altLang="ko-KR" sz="1600" dirty="0"/>
              <a:t>~121</a:t>
            </a:r>
            <a:r>
              <a:rPr lang="ko-KR" altLang="en-US" sz="1600" dirty="0"/>
              <a:t>호</a:t>
            </a:r>
            <a:r>
              <a:rPr lang="en-US" altLang="ko-KR" sz="1600" dirty="0"/>
              <a:t>)",</a:t>
            </a:r>
          </a:p>
          <a:p>
            <a:r>
              <a:rPr lang="en-US" altLang="ko-KR" sz="1600" dirty="0"/>
              <a:t>    "</a:t>
            </a:r>
            <a:r>
              <a:rPr lang="en-US" altLang="ko-KR" sz="1600" dirty="0" err="1"/>
              <a:t>transaction_date</a:t>
            </a:r>
            <a:r>
              <a:rPr lang="en-US" altLang="ko-KR" sz="1600" dirty="0"/>
              <a:t>": "2024-08-19",</a:t>
            </a:r>
          </a:p>
          <a:p>
            <a:r>
              <a:rPr lang="en-US" altLang="ko-KR" sz="1600" dirty="0"/>
              <a:t>    "</a:t>
            </a:r>
            <a:r>
              <a:rPr lang="en-US" altLang="ko-KR" sz="1600" dirty="0" err="1"/>
              <a:t>transaction_time</a:t>
            </a:r>
            <a:r>
              <a:rPr lang="en-US" altLang="ko-KR" sz="1600" dirty="0"/>
              <a:t>": "09:15",</a:t>
            </a:r>
          </a:p>
          <a:p>
            <a:r>
              <a:rPr lang="en-US" altLang="ko-KR" sz="1600" dirty="0">
                <a:solidFill>
                  <a:schemeClr val="accent6"/>
                </a:solidFill>
              </a:rPr>
              <a:t>    "</a:t>
            </a:r>
            <a:r>
              <a:rPr lang="en-US" altLang="ko-KR" sz="1600" dirty="0" err="1">
                <a:solidFill>
                  <a:schemeClr val="accent6"/>
                </a:solidFill>
              </a:rPr>
              <a:t>approval_code</a:t>
            </a:r>
            <a:r>
              <a:rPr lang="en-US" altLang="ko-KR" sz="1600" dirty="0">
                <a:solidFill>
                  <a:schemeClr val="accent6"/>
                </a:solidFill>
              </a:rPr>
              <a:t>": "31070914",</a:t>
            </a:r>
          </a:p>
          <a:p>
            <a:r>
              <a:rPr lang="en-US" altLang="ko-KR" sz="1600" dirty="0"/>
              <a:t>    "</a:t>
            </a:r>
            <a:r>
              <a:rPr lang="en-US" altLang="ko-KR" sz="1600" dirty="0" err="1"/>
              <a:t>tax_price</a:t>
            </a:r>
            <a:r>
              <a:rPr lang="en-US" altLang="ko-KR" sz="1600" dirty="0"/>
              <a:t>": null,</a:t>
            </a:r>
          </a:p>
          <a:p>
            <a:r>
              <a:rPr lang="en-US" altLang="ko-KR" sz="1600" dirty="0"/>
              <a:t>    "</a:t>
            </a:r>
            <a:r>
              <a:rPr lang="en-US" altLang="ko-KR" sz="1600" dirty="0" err="1"/>
              <a:t>total_charged_price</a:t>
            </a:r>
            <a:r>
              <a:rPr lang="en-US" altLang="ko-KR" sz="1600" dirty="0"/>
              <a:t>": 33000,</a:t>
            </a:r>
          </a:p>
          <a:p>
            <a:r>
              <a:rPr lang="en-US" altLang="ko-KR" sz="1600" dirty="0"/>
              <a:t>    "currency": "KRW"</a:t>
            </a:r>
          </a:p>
          <a:p>
            <a:r>
              <a:rPr lang="en-US" altLang="ko-KR" sz="1600" dirty="0"/>
              <a:t>  },</a:t>
            </a:r>
          </a:p>
          <a:p>
            <a:r>
              <a:rPr lang="en-US" altLang="ko-KR" sz="1600" dirty="0"/>
              <a:t>  "Table": [</a:t>
            </a:r>
          </a:p>
          <a:p>
            <a:r>
              <a:rPr lang="en-US" altLang="ko-KR" sz="1600" dirty="0"/>
              <a:t>    {</a:t>
            </a:r>
          </a:p>
          <a:p>
            <a:r>
              <a:rPr lang="en-US" altLang="ko-KR" sz="1600" dirty="0"/>
              <a:t>      "</a:t>
            </a:r>
            <a:r>
              <a:rPr lang="en-US" altLang="ko-KR" sz="1600" dirty="0" err="1"/>
              <a:t>product_name</a:t>
            </a:r>
            <a:r>
              <a:rPr lang="en-US" altLang="ko-KR" sz="1600" dirty="0"/>
              <a:t>": "</a:t>
            </a:r>
            <a:r>
              <a:rPr lang="ko-KR" altLang="en-US" sz="1600" dirty="0"/>
              <a:t>배추</a:t>
            </a:r>
            <a:r>
              <a:rPr lang="en-US" altLang="ko-KR" sz="1600" dirty="0"/>
              <a:t>(</a:t>
            </a:r>
            <a:r>
              <a:rPr lang="ko-KR" altLang="en-US" sz="1600" dirty="0"/>
              <a:t>특대</a:t>
            </a:r>
            <a:r>
              <a:rPr lang="en-US" altLang="ko-KR" sz="1600" dirty="0"/>
              <a:t>) 1</a:t>
            </a:r>
            <a:r>
              <a:rPr lang="ko-KR" altLang="en-US" sz="1600" dirty="0"/>
              <a:t>망</a:t>
            </a:r>
            <a:r>
              <a:rPr lang="en-US" altLang="ko-KR" sz="1600" dirty="0"/>
              <a:t>",</a:t>
            </a:r>
          </a:p>
          <a:p>
            <a:r>
              <a:rPr lang="en-US" altLang="ko-KR" sz="1600" dirty="0"/>
              <a:t>      "</a:t>
            </a:r>
            <a:r>
              <a:rPr lang="en-US" altLang="ko-KR" sz="1600" dirty="0" err="1"/>
              <a:t>product_quantity</a:t>
            </a:r>
            <a:r>
              <a:rPr lang="en-US" altLang="ko-KR" sz="1600" dirty="0"/>
              <a:t>": 1,</a:t>
            </a:r>
          </a:p>
          <a:p>
            <a:r>
              <a:rPr lang="en-US" altLang="ko-KR" sz="1600" dirty="0"/>
              <a:t>      "</a:t>
            </a:r>
            <a:r>
              <a:rPr lang="en-US" altLang="ko-KR" sz="1600" dirty="0" err="1"/>
              <a:t>product_price</a:t>
            </a:r>
            <a:r>
              <a:rPr lang="en-US" altLang="ko-KR" sz="1600" dirty="0"/>
              <a:t>": 33000</a:t>
            </a:r>
          </a:p>
          <a:p>
            <a:r>
              <a:rPr lang="en-US" altLang="ko-KR" sz="1600" dirty="0"/>
              <a:t>    }</a:t>
            </a:r>
          </a:p>
          <a:p>
            <a:r>
              <a:rPr lang="en-US" altLang="ko-KR" sz="1600" dirty="0"/>
              <a:t>  ]</a:t>
            </a:r>
          </a:p>
          <a:p>
            <a:r>
              <a:rPr lang="en-US" altLang="ko-KR" sz="1600" dirty="0"/>
              <a:t>}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2C5E63-F7FB-5FE9-2A7C-6C09D4121155}"/>
              </a:ext>
            </a:extLst>
          </p:cNvPr>
          <p:cNvSpPr txBox="1"/>
          <p:nvPr/>
        </p:nvSpPr>
        <p:spPr>
          <a:xfrm>
            <a:off x="5844688" y="1342015"/>
            <a:ext cx="9761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Ours</a:t>
            </a:r>
            <a:endParaRPr lang="ko-Kore-KR" altLang="en-US" sz="1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DAE408-47BC-7547-2063-26002FB4EE49}"/>
              </a:ext>
            </a:extLst>
          </p:cNvPr>
          <p:cNvSpPr txBox="1"/>
          <p:nvPr/>
        </p:nvSpPr>
        <p:spPr>
          <a:xfrm>
            <a:off x="9510420" y="1342015"/>
            <a:ext cx="9761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GPT</a:t>
            </a:r>
            <a:endParaRPr lang="ko-Kore-KR" altLang="en-US" sz="1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450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623FA-A8EC-C775-89AF-AE9A2BF9C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9A64B1-2C1E-EB70-DB10-D6E072048EF4}"/>
              </a:ext>
            </a:extLst>
          </p:cNvPr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  <a:endParaRPr kumimoji="1" lang="en" altLang="ko-KR" sz="1200" dirty="0">
              <a:solidFill>
                <a:schemeClr val="bg2">
                  <a:lumMod val="50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1DD799-983E-1520-37BB-6F0D669BE2D7}"/>
              </a:ext>
            </a:extLst>
          </p:cNvPr>
          <p:cNvSpPr txBox="1"/>
          <p:nvPr/>
        </p:nvSpPr>
        <p:spPr>
          <a:xfrm>
            <a:off x="553951" y="757240"/>
            <a:ext cx="8385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b="1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파싱 결과 기반 </a:t>
            </a:r>
            <a:r>
              <a:rPr kumimoji="1" lang="en-US" altLang="ko-KR" sz="3200" b="1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RAG</a:t>
            </a:r>
            <a:endParaRPr kumimoji="1" lang="ko-KR" altLang="en-US" sz="3200" b="1" dirty="0">
              <a:solidFill>
                <a:srgbClr val="14141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9FFA0E-AC74-D2F0-2274-0EC02C6D6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F479B80-FD6D-E175-AF38-E52D6800CBC8}"/>
              </a:ext>
            </a:extLst>
          </p:cNvPr>
          <p:cNvSpPr txBox="1"/>
          <p:nvPr/>
        </p:nvSpPr>
        <p:spPr>
          <a:xfrm>
            <a:off x="3752124" y="5643052"/>
            <a:ext cx="9761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파싱 결과</a:t>
            </a:r>
            <a:b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</a:t>
            </a: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ore-KR" altLang="en-US" sz="1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3AA628-201A-BA4D-6DFD-46C8D40D9792}"/>
              </a:ext>
            </a:extLst>
          </p:cNvPr>
          <p:cNvSpPr txBox="1"/>
          <p:nvPr/>
        </p:nvSpPr>
        <p:spPr>
          <a:xfrm>
            <a:off x="8489824" y="919648"/>
            <a:ext cx="2974109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ko-KR" sz="1100" dirty="0"/>
              <a:t>구매한 상품의 수량을 영수증 내용만으로 계산하면 다음과 같습니다.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100" dirty="0">
                <a:effectLst/>
              </a:rPr>
              <a:t>HALF </a:t>
            </a:r>
            <a:r>
              <a:rPr lang="ko-KR" altLang="ko-KR" sz="1100" dirty="0" err="1">
                <a:effectLst/>
              </a:rPr>
              <a:t>Salento</a:t>
            </a:r>
            <a:r>
              <a:rPr lang="ko-KR" altLang="ko-KR" sz="1100" dirty="0">
                <a:effectLst/>
              </a:rPr>
              <a:t> </a:t>
            </a:r>
            <a:r>
              <a:rPr lang="ko-KR" altLang="ko-KR" sz="1100" dirty="0" err="1">
                <a:effectLst/>
              </a:rPr>
              <a:t>Negroamaro</a:t>
            </a:r>
            <a:r>
              <a:rPr lang="ko-KR" altLang="ko-KR" sz="1100" dirty="0">
                <a:effectLst/>
              </a:rPr>
              <a:t> — 1개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100" dirty="0" err="1">
                <a:effectLst/>
              </a:rPr>
              <a:t>Lemon</a:t>
            </a:r>
            <a:r>
              <a:rPr lang="ko-KR" altLang="ko-KR" sz="1100" dirty="0">
                <a:effectLst/>
              </a:rPr>
              <a:t> &amp; </a:t>
            </a:r>
            <a:r>
              <a:rPr lang="ko-KR" altLang="ko-KR" sz="1100" dirty="0" err="1">
                <a:effectLst/>
              </a:rPr>
              <a:t>Mint</a:t>
            </a:r>
            <a:r>
              <a:rPr lang="ko-KR" altLang="ko-KR" sz="1100" dirty="0">
                <a:effectLst/>
              </a:rPr>
              <a:t> </a:t>
            </a:r>
            <a:r>
              <a:rPr lang="ko-KR" altLang="ko-KR" sz="1100" dirty="0" err="1">
                <a:effectLst/>
              </a:rPr>
              <a:t>Soda</a:t>
            </a:r>
            <a:r>
              <a:rPr lang="ko-KR" altLang="ko-KR" sz="1100" dirty="0">
                <a:effectLst/>
              </a:rPr>
              <a:t> — 1개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100" dirty="0">
                <a:effectLst/>
              </a:rPr>
              <a:t>ALC CHEESE — 1개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100" dirty="0" err="1">
                <a:effectLst/>
              </a:rPr>
              <a:t>Ragnaud-Sabourin</a:t>
            </a:r>
            <a:r>
              <a:rPr lang="ko-KR" altLang="ko-KR" sz="1100" dirty="0">
                <a:effectLst/>
              </a:rPr>
              <a:t> No20 </a:t>
            </a:r>
            <a:r>
              <a:rPr lang="ko-KR" altLang="ko-KR" sz="1100" dirty="0" err="1">
                <a:effectLst/>
              </a:rPr>
              <a:t>Cognac</a:t>
            </a:r>
            <a:r>
              <a:rPr lang="ko-KR" altLang="ko-KR" sz="1100" dirty="0">
                <a:effectLst/>
              </a:rPr>
              <a:t> — 1개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100" b="1" dirty="0">
                <a:effectLst/>
              </a:rPr>
              <a:t>LUNCH 3 COURSE — 2개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100" dirty="0">
                <a:effectLst/>
              </a:rPr>
              <a:t>LUNCH </a:t>
            </a:r>
            <a:r>
              <a:rPr lang="ko-KR" altLang="ko-KR" sz="1100" dirty="0" err="1">
                <a:effectLst/>
              </a:rPr>
              <a:t>Main</a:t>
            </a:r>
            <a:r>
              <a:rPr lang="ko-KR" altLang="ko-KR" sz="1100" dirty="0">
                <a:effectLst/>
              </a:rPr>
              <a:t> </a:t>
            </a:r>
            <a:r>
              <a:rPr lang="ko-KR" altLang="ko-KR" sz="1100" dirty="0" err="1">
                <a:effectLst/>
              </a:rPr>
              <a:t>single</a:t>
            </a:r>
            <a:r>
              <a:rPr lang="ko-KR" altLang="ko-KR" sz="1100" dirty="0">
                <a:effectLst/>
              </a:rPr>
              <a:t> </a:t>
            </a:r>
            <a:r>
              <a:rPr lang="ko-KR" altLang="ko-KR" sz="1100" dirty="0" err="1">
                <a:effectLst/>
              </a:rPr>
              <a:t>course</a:t>
            </a:r>
            <a:r>
              <a:rPr lang="ko-KR" altLang="ko-KR" sz="1100" dirty="0">
                <a:effectLst/>
              </a:rPr>
              <a:t> — 1개</a:t>
            </a:r>
          </a:p>
          <a:p>
            <a:pPr lvl="0"/>
            <a:r>
              <a:rPr lang="ko-KR" altLang="ko-KR" sz="1100" dirty="0"/>
              <a:t>총 구매 수량: 7개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33FF7A0-0BA2-DCAF-42E7-C3073186365A}"/>
              </a:ext>
            </a:extLst>
          </p:cNvPr>
          <p:cNvCxnSpPr/>
          <p:nvPr/>
        </p:nvCxnSpPr>
        <p:spPr>
          <a:xfrm>
            <a:off x="3020292" y="4000491"/>
            <a:ext cx="905163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FB19561-0333-F687-8542-176EE93B7AFE}"/>
              </a:ext>
            </a:extLst>
          </p:cNvPr>
          <p:cNvCxnSpPr>
            <a:cxnSpLocks/>
          </p:cNvCxnSpPr>
          <p:nvPr/>
        </p:nvCxnSpPr>
        <p:spPr>
          <a:xfrm>
            <a:off x="6117787" y="2311451"/>
            <a:ext cx="237203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54FDB6F-3045-6FB5-2F4D-0AA1D3A078CD}"/>
              </a:ext>
            </a:extLst>
          </p:cNvPr>
          <p:cNvSpPr txBox="1"/>
          <p:nvPr/>
        </p:nvSpPr>
        <p:spPr>
          <a:xfrm>
            <a:off x="854018" y="5780431"/>
            <a:ext cx="9761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 문서 원본 </a:t>
            </a: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이미지</a:t>
            </a: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ore-KR" altLang="en-US" sz="1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272A3B-8E7C-30F9-4DDA-324ECD4DE983}"/>
              </a:ext>
            </a:extLst>
          </p:cNvPr>
          <p:cNvSpPr txBox="1"/>
          <p:nvPr/>
        </p:nvSpPr>
        <p:spPr>
          <a:xfrm>
            <a:off x="6096000" y="2612600"/>
            <a:ext cx="22385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LLM</a:t>
            </a:r>
            <a:b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ko-KR" altLang="en-US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구매한 상품들의 개수를 찾아주세요</a:t>
            </a: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endParaRPr lang="ko-Kore-KR" altLang="en-US" sz="1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8" name="그래픽 27" descr="인공 지능 단색으로 채워진">
            <a:extLst>
              <a:ext uri="{FF2B5EF4-FFF2-40B4-BE49-F238E27FC236}">
                <a16:creationId xmlns:a16="http://schemas.microsoft.com/office/drawing/2014/main" id="{EDC2810F-F95C-56CC-1C22-FE89BEF5C0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8057" y="1758630"/>
            <a:ext cx="914400" cy="9144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046B896-7E0E-0C2F-F459-21C287F05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805" y="2099112"/>
            <a:ext cx="2382310" cy="317740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C558240-EC94-A659-A44E-9C2901C4CE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5455" y="2047789"/>
            <a:ext cx="2060409" cy="33085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970068D-74D3-7021-466A-F62A9738DA91}"/>
              </a:ext>
            </a:extLst>
          </p:cNvPr>
          <p:cNvSpPr txBox="1"/>
          <p:nvPr/>
        </p:nvSpPr>
        <p:spPr>
          <a:xfrm>
            <a:off x="4838923" y="5580710"/>
            <a:ext cx="13062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상품명과 상품 개수를 구분하지 않았음</a:t>
            </a:r>
            <a:r>
              <a:rPr lang="en-US" altLang="ko-KR" sz="12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ore-KR" altLang="en-US" sz="1200" b="1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842351-DCC2-BB90-C8CE-5F04FFB3B1A9}"/>
              </a:ext>
            </a:extLst>
          </p:cNvPr>
          <p:cNvSpPr txBox="1"/>
          <p:nvPr/>
        </p:nvSpPr>
        <p:spPr>
          <a:xfrm>
            <a:off x="8781296" y="2542380"/>
            <a:ext cx="23140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각 상품과 구매 개수 구분 가능</a:t>
            </a:r>
            <a:endParaRPr lang="ko-Kore-KR" altLang="en-US" sz="1200" b="1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AE0A9A0-62D7-EA5D-FCF7-BE27D387DB56}"/>
              </a:ext>
            </a:extLst>
          </p:cNvPr>
          <p:cNvCxnSpPr>
            <a:cxnSpLocks/>
          </p:cNvCxnSpPr>
          <p:nvPr/>
        </p:nvCxnSpPr>
        <p:spPr>
          <a:xfrm>
            <a:off x="6028151" y="4994809"/>
            <a:ext cx="237203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09037E1-1DD3-8906-DF28-F7CBC4F50A32}"/>
              </a:ext>
            </a:extLst>
          </p:cNvPr>
          <p:cNvSpPr txBox="1"/>
          <p:nvPr/>
        </p:nvSpPr>
        <p:spPr>
          <a:xfrm>
            <a:off x="6006364" y="5295958"/>
            <a:ext cx="22385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LLM</a:t>
            </a:r>
            <a:b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ko-KR" altLang="en-US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언제</a:t>
            </a: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어디서 계산을 했나요</a:t>
            </a: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 </a:t>
            </a:r>
            <a:r>
              <a:rPr lang="ko-KR" altLang="en-US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그리고 술을 마셨나요</a:t>
            </a: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?”</a:t>
            </a:r>
            <a:endParaRPr lang="ko-Kore-KR" altLang="en-US" sz="1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6" name="그래픽 25" descr="인공 지능 단색으로 채워진">
            <a:extLst>
              <a:ext uri="{FF2B5EF4-FFF2-40B4-BE49-F238E27FC236}">
                <a16:creationId xmlns:a16="http://schemas.microsoft.com/office/drawing/2014/main" id="{4212A6A9-049E-2664-8ED6-6130E604D6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8421" y="4441988"/>
            <a:ext cx="914400" cy="9144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44D2356-8EC9-C49B-B38D-748ADE7B6BB1}"/>
              </a:ext>
            </a:extLst>
          </p:cNvPr>
          <p:cNvSpPr txBox="1"/>
          <p:nvPr/>
        </p:nvSpPr>
        <p:spPr>
          <a:xfrm>
            <a:off x="8495762" y="3076030"/>
            <a:ext cx="36190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900" dirty="0"/>
              <a:t>영수증 내용을 보면: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900" dirty="0"/>
              <a:t>언제: 2023년, 15:19에 계산한 것으로 보입니다. 다만 영수증에는 날짜가 </a:t>
            </a:r>
            <a:r>
              <a:rPr lang="ko-KR" altLang="ko-KR" sz="900" dirty="0">
                <a:latin typeface="Courier New" panose="02070309020205020404" pitchFamily="49" charset="0"/>
              </a:rPr>
              <a:t>2023</a:t>
            </a:r>
            <a:r>
              <a:rPr lang="ko-KR" altLang="ko-KR" sz="900" dirty="0"/>
              <a:t>까지만 명확하게 표시되어 있어 정확한 </a:t>
            </a:r>
            <a:r>
              <a:rPr lang="ko-KR" altLang="ko-KR" sz="900" dirty="0" err="1"/>
              <a:t>월·일은</a:t>
            </a:r>
            <a:r>
              <a:rPr lang="ko-KR" altLang="ko-KR" sz="900" dirty="0"/>
              <a:t> 알 수 없습니다.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900" dirty="0"/>
              <a:t>어디서: PORTLAND, </a:t>
            </a:r>
            <a:r>
              <a:rPr lang="ko-KR" altLang="ko-KR" sz="900" dirty="0" err="1"/>
              <a:t>Main</a:t>
            </a:r>
            <a:r>
              <a:rPr lang="ko-KR" altLang="ko-KR" sz="900" dirty="0"/>
              <a:t> </a:t>
            </a:r>
            <a:r>
              <a:rPr lang="ko-KR" altLang="ko-KR" sz="900" dirty="0" err="1"/>
              <a:t>Dining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Table</a:t>
            </a:r>
            <a:r>
              <a:rPr lang="ko-KR" altLang="ko-KR" sz="900" dirty="0"/>
              <a:t> 16에서 식사했습니다. 정확한 식당명이나 주소는 이 영수증만으로는 확인되지 않습니다.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900" dirty="0"/>
              <a:t>계산 금액: </a:t>
            </a:r>
            <a:r>
              <a:rPr lang="ko-KR" altLang="ko-KR" sz="900" dirty="0" err="1"/>
              <a:t>음식·음료</a:t>
            </a:r>
            <a:r>
              <a:rPr lang="ko-KR" altLang="ko-KR" sz="900" dirty="0"/>
              <a:t> 합계 £169.00, 서비스 차지 12.5% £21.13, 총 £190.13입니다. 다만 **“</a:t>
            </a:r>
            <a:r>
              <a:rPr lang="ko-KR" altLang="ko-KR" sz="900" dirty="0" err="1"/>
              <a:t>No</a:t>
            </a:r>
            <a:r>
              <a:rPr lang="ko-KR" altLang="ko-KR" sz="900" dirty="0"/>
              <a:t> </a:t>
            </a:r>
            <a:r>
              <a:rPr lang="ko-KR" altLang="ko-KR" sz="900" dirty="0" err="1"/>
              <a:t>payment</a:t>
            </a:r>
            <a:r>
              <a:rPr lang="ko-KR" altLang="ko-KR" sz="900" dirty="0"/>
              <a:t> </a:t>
            </a:r>
            <a:r>
              <a:rPr lang="ko-KR" altLang="ko-KR" sz="900" dirty="0" err="1"/>
              <a:t>received</a:t>
            </a:r>
            <a:r>
              <a:rPr lang="ko-KR" altLang="ko-KR" sz="900" dirty="0"/>
              <a:t>”**라고 되어 있어 이 영수증은 결제 완료 영수증이 아니라 미결제 청구서/초안일 가능성이 있습니다.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900" dirty="0"/>
              <a:t>술을 마셨나요? → 네, 마신 것으로 보입니다.</a:t>
            </a:r>
            <a:br>
              <a:rPr lang="ko-KR" altLang="ko-KR" sz="900" dirty="0"/>
            </a:br>
            <a:r>
              <a:rPr lang="ko-KR" altLang="ko-KR" sz="900" dirty="0">
                <a:latin typeface="Courier New" panose="02070309020205020404" pitchFamily="49" charset="0"/>
              </a:rPr>
              <a:t>HALF </a:t>
            </a:r>
            <a:r>
              <a:rPr lang="ko-KR" altLang="ko-KR" sz="900" dirty="0" err="1">
                <a:latin typeface="Courier New" panose="02070309020205020404" pitchFamily="49" charset="0"/>
              </a:rPr>
              <a:t>Salento</a:t>
            </a:r>
            <a:r>
              <a:rPr lang="ko-KR" altLang="ko-KR" sz="900" dirty="0">
                <a:latin typeface="Courier New" panose="02070309020205020404" pitchFamily="49" charset="0"/>
              </a:rPr>
              <a:t> </a:t>
            </a:r>
            <a:r>
              <a:rPr lang="ko-KR" altLang="ko-KR" sz="900" dirty="0" err="1">
                <a:latin typeface="Courier New" panose="02070309020205020404" pitchFamily="49" charset="0"/>
              </a:rPr>
              <a:t>Negroamaro</a:t>
            </a:r>
            <a:r>
              <a:rPr lang="ko-KR" altLang="ko-KR" sz="900" dirty="0" err="1"/>
              <a:t>는</a:t>
            </a:r>
            <a:r>
              <a:rPr lang="ko-KR" altLang="ko-KR" sz="900" dirty="0"/>
              <a:t> 이탈리아산 **</a:t>
            </a:r>
            <a:r>
              <a:rPr lang="ko-KR" altLang="ko-KR" sz="900" dirty="0" err="1"/>
              <a:t>레드와인</a:t>
            </a:r>
            <a:r>
              <a:rPr lang="ko-KR" altLang="ko-KR" sz="900" dirty="0"/>
              <a:t>(</a:t>
            </a:r>
            <a:r>
              <a:rPr lang="ko-KR" altLang="ko-KR" sz="900" dirty="0" err="1"/>
              <a:t>네그로아마로</a:t>
            </a:r>
            <a:r>
              <a:rPr lang="ko-KR" altLang="ko-KR" sz="900" dirty="0"/>
              <a:t>)**이고 £17.00가 청구되어 있습니다. 또한 </a:t>
            </a:r>
            <a:r>
              <a:rPr lang="ko-KR" altLang="ko-KR" sz="900" dirty="0" err="1">
                <a:latin typeface="Courier New" panose="02070309020205020404" pitchFamily="49" charset="0"/>
              </a:rPr>
              <a:t>Ragnaud-Sabourin</a:t>
            </a:r>
            <a:r>
              <a:rPr lang="ko-KR" altLang="ko-KR" sz="900" dirty="0">
                <a:latin typeface="Courier New" panose="02070309020205020404" pitchFamily="49" charset="0"/>
              </a:rPr>
              <a:t> No20 </a:t>
            </a:r>
            <a:r>
              <a:rPr lang="ko-KR" altLang="ko-KR" sz="900" dirty="0" err="1">
                <a:latin typeface="Courier New" panose="02070309020205020404" pitchFamily="49" charset="0"/>
              </a:rPr>
              <a:t>Cognac</a:t>
            </a:r>
            <a:r>
              <a:rPr lang="ko-KR" altLang="ko-KR" sz="900" dirty="0"/>
              <a:t>(</a:t>
            </a:r>
            <a:r>
              <a:rPr lang="ko-KR" altLang="ko-KR" sz="900" dirty="0" err="1"/>
              <a:t>꼬냑</a:t>
            </a:r>
            <a:r>
              <a:rPr lang="ko-KR" altLang="ko-KR" sz="900" dirty="0"/>
              <a:t>) £14.00도 있습니다. 따라서 와인과 </a:t>
            </a:r>
            <a:r>
              <a:rPr lang="ko-KR" altLang="ko-KR" sz="900" dirty="0" err="1"/>
              <a:t>꼬냑을</a:t>
            </a:r>
            <a:r>
              <a:rPr lang="ko-KR" altLang="ko-KR" sz="900" dirty="0"/>
              <a:t> 주문한 기록이 있습니다.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900" dirty="0"/>
              <a:t>반면 </a:t>
            </a:r>
            <a:r>
              <a:rPr lang="ko-KR" altLang="ko-KR" sz="900" dirty="0" err="1"/>
              <a:t>Lemon</a:t>
            </a:r>
            <a:r>
              <a:rPr lang="ko-KR" altLang="ko-KR" sz="900" dirty="0"/>
              <a:t> &amp; </a:t>
            </a:r>
            <a:r>
              <a:rPr lang="ko-KR" altLang="ko-KR" sz="900" dirty="0" err="1"/>
              <a:t>Mint</a:t>
            </a:r>
            <a:r>
              <a:rPr lang="ko-KR" altLang="ko-KR" sz="900" dirty="0"/>
              <a:t> </a:t>
            </a:r>
            <a:r>
              <a:rPr lang="ko-KR" altLang="ko-KR" sz="900" dirty="0" err="1"/>
              <a:t>Soda도</a:t>
            </a:r>
            <a:r>
              <a:rPr lang="ko-KR" altLang="ko-KR" sz="900" dirty="0"/>
              <a:t> 주문되어 있어 </a:t>
            </a:r>
            <a:r>
              <a:rPr lang="ko-KR" altLang="ko-KR" sz="900" dirty="0" err="1"/>
              <a:t>무알코올</a:t>
            </a:r>
            <a:r>
              <a:rPr lang="ko-KR" altLang="ko-KR" sz="900" dirty="0"/>
              <a:t> 음료도 함께 마신 것으로 보입니다.</a:t>
            </a:r>
          </a:p>
          <a:p>
            <a:pPr>
              <a:buNone/>
            </a:pPr>
            <a:r>
              <a:rPr lang="ko-KR" altLang="ko-KR" sz="900" dirty="0"/>
              <a:t>즉, 포틀랜드의 한 식당에서 오후 3시 19분경 3명이 식사했고, 술(와인과 </a:t>
            </a:r>
            <a:r>
              <a:rPr lang="ko-KR" altLang="ko-KR" sz="900" dirty="0" err="1"/>
              <a:t>꼬냑</a:t>
            </a:r>
            <a:r>
              <a:rPr lang="ko-KR" altLang="ko-KR" sz="900" dirty="0"/>
              <a:t>)을 주문한 기록이 있습니다.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FD558B-FAD7-CCE5-C58E-8C6EA8B70E39}"/>
              </a:ext>
            </a:extLst>
          </p:cNvPr>
          <p:cNvSpPr txBox="1"/>
          <p:nvPr/>
        </p:nvSpPr>
        <p:spPr>
          <a:xfrm>
            <a:off x="8819868" y="5978054"/>
            <a:ext cx="23140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정상적으로 질의응답 가능</a:t>
            </a:r>
            <a:endParaRPr lang="ko-Kore-KR" altLang="en-US" sz="1200" b="1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3820FF7-1019-E01D-637C-3283B3D4402E}"/>
              </a:ext>
            </a:extLst>
          </p:cNvPr>
          <p:cNvSpPr/>
          <p:nvPr/>
        </p:nvSpPr>
        <p:spPr>
          <a:xfrm>
            <a:off x="443805" y="3925457"/>
            <a:ext cx="2290159" cy="157013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F1AAFA-F0A9-AEA2-F396-1F69A901E19C}"/>
              </a:ext>
            </a:extLst>
          </p:cNvPr>
          <p:cNvSpPr/>
          <p:nvPr/>
        </p:nvSpPr>
        <p:spPr>
          <a:xfrm>
            <a:off x="3999345" y="4234873"/>
            <a:ext cx="1861132" cy="143163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353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bg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74832a9-1447-4b9b-918d-59376d81c5bd" xsi:nil="true"/>
    <description xmlns="8be326ae-424e-43e3-89c5-a5a3d72d0845" xsi:nil="true"/>
    <lcf76f155ced4ddcb4097134ff3c332f xmlns="8be326ae-424e-43e3-89c5-a5a3d72d0845">
      <Terms xmlns="http://schemas.microsoft.com/office/infopath/2007/PartnerControls"/>
    </lcf76f155ced4ddcb4097134ff3c332f>
    <_xc0dd__xc131__xb0a0__xc9dc_ xmlns="8be326ae-424e-43e3-89c5-a5a3d72d0845" xsi:nil="true"/>
    <memo xmlns="8be326ae-424e-43e3-89c5-a5a3d72d084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A2F38F024E27E4882B8488722D0246E" ma:contentTypeVersion="22" ma:contentTypeDescription="새 문서를 만듭니다." ma:contentTypeScope="" ma:versionID="7ef12650fe7c5f3afb8533a037ca32a7">
  <xsd:schema xmlns:xsd="http://www.w3.org/2001/XMLSchema" xmlns:xs="http://www.w3.org/2001/XMLSchema" xmlns:p="http://schemas.microsoft.com/office/2006/metadata/properties" xmlns:ns2="8be326ae-424e-43e3-89c5-a5a3d72d0845" xmlns:ns3="774832a9-1447-4b9b-918d-59376d81c5bd" targetNamespace="http://schemas.microsoft.com/office/2006/metadata/properties" ma:root="true" ma:fieldsID="245d9570002110f73928d6b57a7b6766" ns2:_="" ns3:_="">
    <xsd:import namespace="8be326ae-424e-43e3-89c5-a5a3d72d0845"/>
    <xsd:import namespace="774832a9-1447-4b9b-918d-59376d81c5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descriptio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DateTaken" minOccurs="0"/>
                <xsd:element ref="ns2:memo" minOccurs="0"/>
                <xsd:element ref="ns2:MediaServiceObjectDetectorVersions" minOccurs="0"/>
                <xsd:element ref="ns2:_xc0dd__xc131__xb0a0__xc9dc_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e326ae-424e-43e3-89c5-a5a3d72d08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ription" ma:index="10" nillable="true" ma:displayName="description" ma:description="simple description" ma:format="Dropdown" ma:internalName="description">
      <xsd:simpleType>
        <xsd:restriction base="dms:Text">
          <xsd:maxLength value="255"/>
        </xsd:restriction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이미지 태그" ma:readOnly="false" ma:fieldId="{5cf76f15-5ced-4ddc-b409-7134ff3c332f}" ma:taxonomyMulti="true" ma:sspId="6f833a81-9511-4c57-b568-e9df9f7c52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3" nillable="true" ma:displayName="MediaServiceDateTaken" ma:hidden="true" ma:internalName="MediaServiceDateTaken" ma:readOnly="true">
      <xsd:simpleType>
        <xsd:restriction base="dms:Text"/>
      </xsd:simpleType>
    </xsd:element>
    <xsd:element name="memo" ma:index="24" nillable="true" ma:displayName="memo" ma:format="Dropdown" ma:internalName="memo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xc0dd__xc131__xb0a0__xc9dc_" ma:index="26" nillable="true" ma:displayName="생성날짜" ma:format="DateOnly" ma:internalName="_xc0dd__xc131__xb0a0__xc9dc_">
      <xsd:simpleType>
        <xsd:restriction base="dms:DateTim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8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4832a9-1447-4b9b-918d-59376d81c5b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03d7a11-1664-4243-aa19-1e2e17f64b63}" ma:internalName="TaxCatchAll" ma:showField="CatchAllData" ma:web="774832a9-1447-4b9b-918d-59376d81c5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DC9C6F-7B5E-4069-8AA3-CBEC9002BF4C}">
  <ds:schemaRefs>
    <ds:schemaRef ds:uri="http://purl.org/dc/elements/1.1/"/>
    <ds:schemaRef ds:uri="http://www.w3.org/XML/1998/namespace"/>
    <ds:schemaRef ds:uri="http://schemas.microsoft.com/office/2006/metadata/properties"/>
    <ds:schemaRef ds:uri="8be326ae-424e-43e3-89c5-a5a3d72d0845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74832a9-1447-4b9b-918d-59376d81c5bd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52F904B-6121-48A7-A247-89703128A1AC}">
  <ds:schemaRefs>
    <ds:schemaRef ds:uri="774832a9-1447-4b9b-918d-59376d81c5bd"/>
    <ds:schemaRef ds:uri="8be326ae-424e-43e3-89c5-a5a3d72d084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887B703-7211-44F9-B42A-8D6DC9CABD3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1219</Words>
  <Application>Microsoft Office PowerPoint</Application>
  <PresentationFormat>와이드스크린</PresentationFormat>
  <Paragraphs>235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</vt:i4>
      </vt:variant>
    </vt:vector>
  </HeadingPairs>
  <TitlesOfParts>
    <vt:vector size="21" baseType="lpstr">
      <vt:lpstr>NEXON Lv1 Gothic OTF Bold</vt:lpstr>
      <vt:lpstr>Pretendard</vt:lpstr>
      <vt:lpstr>Pretendard ExtraBold</vt:lpstr>
      <vt:lpstr>Pretendard Medium</vt:lpstr>
      <vt:lpstr>Pretendard SemiBold</vt:lpstr>
      <vt:lpstr>맑은 고딕</vt:lpstr>
      <vt:lpstr>Aptos</vt:lpstr>
      <vt:lpstr>Aptos Display</vt:lpstr>
      <vt:lpstr>Arial</vt:lpstr>
      <vt:lpstr>Courier New</vt:lpstr>
      <vt:lpstr>1_Office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최보아</dc:creator>
  <cp:lastModifiedBy>강한빛</cp:lastModifiedBy>
  <cp:revision>97</cp:revision>
  <dcterms:created xsi:type="dcterms:W3CDTF">2026-06-05T07:00:40Z</dcterms:created>
  <dcterms:modified xsi:type="dcterms:W3CDTF">2026-08-27T21:28:06Z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0x010100FA2F38F024E27E4882B8488722D0246E</vt:lpwstr>
  </property>
  <property fmtid="{D5CDD505-2E9C-101B-9397-08002B2CF9AE}" pid="3" name="MediaServiceImageTags">
    <vt:lpwstr/>
  </property>
</Properties>
</file>